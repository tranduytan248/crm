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99" r:id="rId2"/>
  </p:sldMasterIdLst>
  <p:notesMasterIdLst>
    <p:notesMasterId r:id="rId25"/>
  </p:notesMasterIdLst>
  <p:handoutMasterIdLst>
    <p:handoutMasterId r:id="rId26"/>
  </p:handoutMasterIdLst>
  <p:sldIdLst>
    <p:sldId id="305" r:id="rId3"/>
    <p:sldId id="523" r:id="rId4"/>
    <p:sldId id="714" r:id="rId5"/>
    <p:sldId id="728" r:id="rId6"/>
    <p:sldId id="715" r:id="rId7"/>
    <p:sldId id="742" r:id="rId8"/>
    <p:sldId id="729" r:id="rId9"/>
    <p:sldId id="730" r:id="rId10"/>
    <p:sldId id="731" r:id="rId11"/>
    <p:sldId id="732" r:id="rId12"/>
    <p:sldId id="743" r:id="rId13"/>
    <p:sldId id="733" r:id="rId14"/>
    <p:sldId id="734" r:id="rId15"/>
    <p:sldId id="736" r:id="rId16"/>
    <p:sldId id="737" r:id="rId17"/>
    <p:sldId id="738" r:id="rId18"/>
    <p:sldId id="739" r:id="rId19"/>
    <p:sldId id="744" r:id="rId20"/>
    <p:sldId id="740" r:id="rId21"/>
    <p:sldId id="741" r:id="rId22"/>
    <p:sldId id="547" r:id="rId23"/>
    <p:sldId id="73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Cong Thuan" initials="NCT" lastIdx="1" clrIdx="0">
    <p:extLst>
      <p:ext uri="{19B8F6BF-5375-455C-9EA6-DF929625EA0E}">
        <p15:presenceInfo xmlns:p15="http://schemas.microsoft.com/office/powerpoint/2012/main" userId="39d49b0a9a75ee8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5B9E"/>
    <a:srgbClr val="002050"/>
    <a:srgbClr val="E0C6A1"/>
    <a:srgbClr val="3693D2"/>
    <a:srgbClr val="F5B041"/>
    <a:srgbClr val="0A59B3"/>
    <a:srgbClr val="A6A6A6"/>
    <a:srgbClr val="66FF66"/>
    <a:srgbClr val="760E1E"/>
    <a:srgbClr val="6505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40" autoAdjust="0"/>
    <p:restoredTop sz="74460" autoAdjust="0"/>
  </p:normalViewPr>
  <p:slideViewPr>
    <p:cSldViewPr snapToGrid="0">
      <p:cViewPr varScale="1">
        <p:scale>
          <a:sx n="83" d="100"/>
          <a:sy n="83" d="100"/>
        </p:scale>
        <p:origin x="1182" y="84"/>
      </p:cViewPr>
      <p:guideLst>
        <p:guide orient="horz" pos="2160"/>
        <p:guide pos="3840"/>
      </p:guideLst>
    </p:cSldViewPr>
  </p:slideViewPr>
  <p:notesTextViewPr>
    <p:cViewPr>
      <p:scale>
        <a:sx n="1" d="1"/>
        <a:sy n="1" d="1"/>
      </p:scale>
      <p:origin x="0" y="0"/>
    </p:cViewPr>
  </p:notesTextViewPr>
  <p:notesViewPr>
    <p:cSldViewPr snapToGrid="0">
      <p:cViewPr varScale="1">
        <p:scale>
          <a:sx n="53" d="100"/>
          <a:sy n="53" d="100"/>
        </p:scale>
        <p:origin x="2844"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CBAC71-404C-42BF-8898-23EDE8EAFE4B}" type="datetimeFigureOut">
              <a:rPr lang="en-US" smtClean="0"/>
              <a:pPr/>
              <a:t>13/05/2026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941249-4171-4BB2-80A7-FBA2CF63E2B4}" type="slidenum">
              <a:rPr lang="en-US" smtClean="0"/>
              <a:pPr/>
              <a:t>‹#›</a:t>
            </a:fld>
            <a:endParaRPr lang="en-US"/>
          </a:p>
        </p:txBody>
      </p:sp>
    </p:spTree>
    <p:extLst>
      <p:ext uri="{BB962C8B-B14F-4D97-AF65-F5344CB8AC3E}">
        <p14:creationId xmlns:p14="http://schemas.microsoft.com/office/powerpoint/2010/main" val="42448710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8F927E-9A20-4FBE-81DD-00EE883A7A01}" type="datetimeFigureOut">
              <a:rPr lang="en-US" smtClean="0"/>
              <a:pPr/>
              <a:t>13/05/2026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2F3803-D419-4994-A8B7-77576D461289}" type="slidenum">
              <a:rPr lang="en-US" smtClean="0"/>
              <a:pPr/>
              <a:t>‹#›</a:t>
            </a:fld>
            <a:endParaRPr lang="en-US"/>
          </a:p>
        </p:txBody>
      </p:sp>
    </p:spTree>
    <p:extLst>
      <p:ext uri="{BB962C8B-B14F-4D97-AF65-F5344CB8AC3E}">
        <p14:creationId xmlns:p14="http://schemas.microsoft.com/office/powerpoint/2010/main" val="371502143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A2F3803-D419-4994-A8B7-77576D461289}" type="slidenum">
              <a:rPr lang="en-US" smtClean="0"/>
              <a:pPr/>
              <a:t>1</a:t>
            </a:fld>
            <a:endParaRPr lang="en-US"/>
          </a:p>
        </p:txBody>
      </p:sp>
    </p:spTree>
    <p:extLst>
      <p:ext uri="{BB962C8B-B14F-4D97-AF65-F5344CB8AC3E}">
        <p14:creationId xmlns:p14="http://schemas.microsoft.com/office/powerpoint/2010/main" val="278346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39110C4-A1B2-4544-9074-72A8FF68BD66}" type="slidenum">
              <a:rPr lang="en-US" altLang="en-US" smtClean="0"/>
              <a:pPr>
                <a:defRPr/>
              </a:pPr>
              <a:t>2</a:t>
            </a:fld>
            <a:endParaRPr lang="en-US" altLang="en-US"/>
          </a:p>
        </p:txBody>
      </p:sp>
    </p:spTree>
    <p:extLst>
      <p:ext uri="{BB962C8B-B14F-4D97-AF65-F5344CB8AC3E}">
        <p14:creationId xmlns:p14="http://schemas.microsoft.com/office/powerpoint/2010/main" val="2015083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FontTx/>
              <a:buNone/>
            </a:pPr>
            <a:endParaRPr lang="en-US" altLang="en-US" dirty="0"/>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fld id="{A2723852-5FC9-4D12-B087-072F60D443E1}" type="slidenum">
              <a:rPr lang="en-US" altLang="en-US"/>
              <a:pPr/>
              <a:t>3</a:t>
            </a:fld>
            <a:endParaRPr lang="en-US" altLang="en-US"/>
          </a:p>
        </p:txBody>
      </p:sp>
    </p:spTree>
    <p:extLst>
      <p:ext uri="{BB962C8B-B14F-4D97-AF65-F5344CB8AC3E}">
        <p14:creationId xmlns:p14="http://schemas.microsoft.com/office/powerpoint/2010/main" val="21699494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FontTx/>
              <a:buNone/>
            </a:pPr>
            <a:endParaRPr lang="en-US" altLang="en-US" dirty="0"/>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fld id="{A2723852-5FC9-4D12-B087-072F60D443E1}" type="slidenum">
              <a:rPr lang="en-US" altLang="en-US"/>
              <a:pPr/>
              <a:t>4</a:t>
            </a:fld>
            <a:endParaRPr lang="en-US" altLang="en-US"/>
          </a:p>
        </p:txBody>
      </p:sp>
    </p:spTree>
    <p:extLst>
      <p:ext uri="{BB962C8B-B14F-4D97-AF65-F5344CB8AC3E}">
        <p14:creationId xmlns:p14="http://schemas.microsoft.com/office/powerpoint/2010/main" val="2584216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609585">
              <a:defRPr/>
            </a:pPr>
            <a:endParaRPr lang="en-US" i="1" dirty="0">
              <a:solidFill>
                <a:srgbClr val="0070C0"/>
              </a:solidFill>
              <a:ea typeface="Arial Regular" charset="0"/>
              <a:cs typeface="Arial Regular" charset="0"/>
            </a:endParaRPr>
          </a:p>
          <a:p>
            <a:pPr defTabSz="609585">
              <a:defRPr/>
            </a:pPr>
            <a:endParaRPr lang="vi-VN" i="1" dirty="0">
              <a:solidFill>
                <a:srgbClr val="0070C0"/>
              </a:solidFill>
              <a:ea typeface="Arial Regular" charset="0"/>
              <a:cs typeface="Arial Regular" charset="0"/>
            </a:endParaRPr>
          </a:p>
        </p:txBody>
      </p:sp>
      <p:sp>
        <p:nvSpPr>
          <p:cNvPr id="10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fld id="{BDD7F071-AED9-4ECE-871A-C8DE0D4DB896}" type="slidenum">
              <a:rPr lang="en-US" altLang="en-US">
                <a:solidFill>
                  <a:srgbClr val="000000"/>
                </a:solidFill>
              </a:rPr>
              <a:pPr/>
              <a:t>5</a:t>
            </a:fld>
            <a:endParaRPr lang="en-US" altLang="en-US">
              <a:solidFill>
                <a:srgbClr val="000000"/>
              </a:solidFill>
            </a:endParaRPr>
          </a:p>
        </p:txBody>
      </p:sp>
    </p:spTree>
    <p:extLst>
      <p:ext uri="{BB962C8B-B14F-4D97-AF65-F5344CB8AC3E}">
        <p14:creationId xmlns:p14="http://schemas.microsoft.com/office/powerpoint/2010/main" val="1561567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Nhân viên văn phòng sẽ thực hiện khai báo thông tin khách hàng, phân tuyến thu (khách hàng) cho Nhân viên thu phí, tạo phiếu thu cho Khách hàng. Sau đó nhân viên thu phí sẽ sử dụng ứng dụng di động thu phí mobile để đi thu phí, sau khi thu phí thì ứng dụng di động sẽ đồng bộ lên hệ thống website của nhân viên văn phòng, có thể theo dõi realtime. Khi đến ngày báo số thì nhân viên thu phí sẽ đồng bộ các phiếu dưới ứng dụng lên hệ thống 1 lần nữa, sau đó nhân viên văn phòng thực hiện kết xuất báo cáo để đối soát với nhân viên thu phí. Nhân viên thu phí nộp tiền lại cho nhân viên văn phòng. Nhân viên văn phòng thực hiện tổng hợp số liệu, xác nhận doanh thu và tiến hành phát hành hóa đơn cho Khách hàng.</a:t>
            </a:r>
            <a:endParaRPr lang="en-US"/>
          </a:p>
        </p:txBody>
      </p:sp>
      <p:sp>
        <p:nvSpPr>
          <p:cNvPr id="4" name="Slide Number Placeholder 3"/>
          <p:cNvSpPr>
            <a:spLocks noGrp="1"/>
          </p:cNvSpPr>
          <p:nvPr>
            <p:ph type="sldNum" sz="quarter" idx="5"/>
          </p:nvPr>
        </p:nvSpPr>
        <p:spPr/>
        <p:txBody>
          <a:bodyPr/>
          <a:lstStyle/>
          <a:p>
            <a:fld id="{3A2F3803-D419-4994-A8B7-77576D461289}" type="slidenum">
              <a:rPr lang="en-US" smtClean="0"/>
              <a:pPr/>
              <a:t>6</a:t>
            </a:fld>
            <a:endParaRPr lang="en-US"/>
          </a:p>
        </p:txBody>
      </p:sp>
    </p:spTree>
    <p:extLst>
      <p:ext uri="{BB962C8B-B14F-4D97-AF65-F5344CB8AC3E}">
        <p14:creationId xmlns:p14="http://schemas.microsoft.com/office/powerpoint/2010/main" val="38221936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609585">
              <a:defRPr/>
            </a:pPr>
            <a:endParaRPr lang="en-US" i="1" dirty="0">
              <a:solidFill>
                <a:srgbClr val="0070C0"/>
              </a:solidFill>
              <a:ea typeface="Arial Regular" charset="0"/>
              <a:cs typeface="Arial Regular" charset="0"/>
            </a:endParaRPr>
          </a:p>
          <a:p>
            <a:pPr defTabSz="609585">
              <a:defRPr/>
            </a:pPr>
            <a:endParaRPr lang="vi-VN" i="1" dirty="0">
              <a:solidFill>
                <a:srgbClr val="0070C0"/>
              </a:solidFill>
              <a:ea typeface="Arial Regular" charset="0"/>
              <a:cs typeface="Arial Regular" charset="0"/>
            </a:endParaRPr>
          </a:p>
        </p:txBody>
      </p:sp>
      <p:sp>
        <p:nvSpPr>
          <p:cNvPr id="10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fld id="{BDD7F071-AED9-4ECE-871A-C8DE0D4DB896}" type="slidenum">
              <a:rPr lang="en-US" altLang="en-US">
                <a:solidFill>
                  <a:srgbClr val="000000"/>
                </a:solidFill>
              </a:rPr>
              <a:pPr/>
              <a:t>7</a:t>
            </a:fld>
            <a:endParaRPr lang="en-US" altLang="en-US">
              <a:solidFill>
                <a:srgbClr val="000000"/>
              </a:solidFill>
            </a:endParaRPr>
          </a:p>
        </p:txBody>
      </p:sp>
    </p:spTree>
    <p:extLst>
      <p:ext uri="{BB962C8B-B14F-4D97-AF65-F5344CB8AC3E}">
        <p14:creationId xmlns:p14="http://schemas.microsoft.com/office/powerpoint/2010/main" val="28793289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609585">
              <a:defRPr/>
            </a:pPr>
            <a:endParaRPr lang="en-US" i="1" dirty="0">
              <a:solidFill>
                <a:srgbClr val="0070C0"/>
              </a:solidFill>
              <a:ea typeface="Arial Regular" charset="0"/>
              <a:cs typeface="Arial Regular" charset="0"/>
            </a:endParaRPr>
          </a:p>
          <a:p>
            <a:pPr defTabSz="609585">
              <a:defRPr/>
            </a:pPr>
            <a:r>
              <a:rPr lang="en-US" i="1">
                <a:solidFill>
                  <a:srgbClr val="0070C0"/>
                </a:solidFill>
                <a:ea typeface="Arial Regular" charset="0"/>
                <a:cs typeface="Arial Regular" charset="0"/>
              </a:rPr>
              <a:t>Giao diện quản lý Khách Hàng</a:t>
            </a:r>
            <a:endParaRPr lang="vi-VN" i="1" dirty="0">
              <a:solidFill>
                <a:srgbClr val="0070C0"/>
              </a:solidFill>
              <a:ea typeface="Arial Regular" charset="0"/>
              <a:cs typeface="Arial Regular" charset="0"/>
            </a:endParaRPr>
          </a:p>
        </p:txBody>
      </p:sp>
      <p:sp>
        <p:nvSpPr>
          <p:cNvPr id="10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fld id="{BDD7F071-AED9-4ECE-871A-C8DE0D4DB896}" type="slidenum">
              <a:rPr lang="en-US" altLang="en-US">
                <a:solidFill>
                  <a:srgbClr val="000000"/>
                </a:solidFill>
              </a:rPr>
              <a:pPr/>
              <a:t>8</a:t>
            </a:fld>
            <a:endParaRPr lang="en-US" altLang="en-US">
              <a:solidFill>
                <a:srgbClr val="000000"/>
              </a:solidFill>
            </a:endParaRPr>
          </a:p>
        </p:txBody>
      </p:sp>
    </p:spTree>
    <p:extLst>
      <p:ext uri="{BB962C8B-B14F-4D97-AF65-F5344CB8AC3E}">
        <p14:creationId xmlns:p14="http://schemas.microsoft.com/office/powerpoint/2010/main" val="26920897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609585">
              <a:defRPr/>
            </a:pPr>
            <a:endParaRPr lang="en-US" i="1" dirty="0">
              <a:solidFill>
                <a:srgbClr val="0070C0"/>
              </a:solidFill>
              <a:ea typeface="Arial Regular" charset="0"/>
              <a:cs typeface="Arial Regular" charset="0"/>
            </a:endParaRPr>
          </a:p>
          <a:p>
            <a:pPr defTabSz="609585">
              <a:defRPr/>
            </a:pPr>
            <a:r>
              <a:rPr lang="en-US" i="1">
                <a:solidFill>
                  <a:srgbClr val="0070C0"/>
                </a:solidFill>
                <a:ea typeface="Arial Regular" charset="0"/>
                <a:cs typeface="Arial Regular" charset="0"/>
              </a:rPr>
              <a:t>Giao diện quản lý phiếu thu</a:t>
            </a:r>
            <a:endParaRPr lang="vi-VN" i="1" dirty="0">
              <a:solidFill>
                <a:srgbClr val="0070C0"/>
              </a:solidFill>
              <a:ea typeface="Arial Regular" charset="0"/>
              <a:cs typeface="Arial Regular" charset="0"/>
            </a:endParaRPr>
          </a:p>
        </p:txBody>
      </p:sp>
      <p:sp>
        <p:nvSpPr>
          <p:cNvPr id="10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fld id="{BDD7F071-AED9-4ECE-871A-C8DE0D4DB896}" type="slidenum">
              <a:rPr lang="en-US" altLang="en-US">
                <a:solidFill>
                  <a:srgbClr val="000000"/>
                </a:solidFill>
              </a:rPr>
              <a:pPr/>
              <a:t>9</a:t>
            </a:fld>
            <a:endParaRPr lang="en-US" altLang="en-US">
              <a:solidFill>
                <a:srgbClr val="000000"/>
              </a:solidFill>
            </a:endParaRPr>
          </a:p>
        </p:txBody>
      </p:sp>
    </p:spTree>
    <p:extLst>
      <p:ext uri="{BB962C8B-B14F-4D97-AF65-F5344CB8AC3E}">
        <p14:creationId xmlns:p14="http://schemas.microsoft.com/office/powerpoint/2010/main" val="24990830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609585">
              <a:defRPr/>
            </a:pPr>
            <a:endParaRPr lang="en-US" i="1" dirty="0">
              <a:solidFill>
                <a:srgbClr val="0070C0"/>
              </a:solidFill>
              <a:ea typeface="Arial Regular" charset="0"/>
              <a:cs typeface="Arial Regular" charset="0"/>
            </a:endParaRPr>
          </a:p>
          <a:p>
            <a:pPr defTabSz="609585">
              <a:defRPr/>
            </a:pPr>
            <a:r>
              <a:rPr lang="en-US" i="1">
                <a:solidFill>
                  <a:srgbClr val="0070C0"/>
                </a:solidFill>
                <a:ea typeface="Arial Regular" charset="0"/>
                <a:cs typeface="Arial Regular" charset="0"/>
              </a:rPr>
              <a:t>Giao diện xác nhận phiếu thu</a:t>
            </a:r>
            <a:endParaRPr lang="vi-VN" i="1" dirty="0">
              <a:solidFill>
                <a:srgbClr val="0070C0"/>
              </a:solidFill>
              <a:ea typeface="Arial Regular" charset="0"/>
              <a:cs typeface="Arial Regular" charset="0"/>
            </a:endParaRPr>
          </a:p>
        </p:txBody>
      </p:sp>
      <p:sp>
        <p:nvSpPr>
          <p:cNvPr id="10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fld id="{BDD7F071-AED9-4ECE-871A-C8DE0D4DB896}" type="slidenum">
              <a:rPr lang="en-US" altLang="en-US">
                <a:solidFill>
                  <a:srgbClr val="000000"/>
                </a:solidFill>
              </a:rPr>
              <a:pPr/>
              <a:t>10</a:t>
            </a:fld>
            <a:endParaRPr lang="en-US" altLang="en-US">
              <a:solidFill>
                <a:srgbClr val="000000"/>
              </a:solidFill>
            </a:endParaRPr>
          </a:p>
        </p:txBody>
      </p:sp>
    </p:spTree>
    <p:extLst>
      <p:ext uri="{BB962C8B-B14F-4D97-AF65-F5344CB8AC3E}">
        <p14:creationId xmlns:p14="http://schemas.microsoft.com/office/powerpoint/2010/main" val="33677834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Giao diện thống kê phiếu thu (Dành cho các nhân viên thu phí để rà soát phiếu)</a:t>
            </a:r>
          </a:p>
        </p:txBody>
      </p:sp>
      <p:sp>
        <p:nvSpPr>
          <p:cNvPr id="4" name="Slide Number Placeholder 3"/>
          <p:cNvSpPr>
            <a:spLocks noGrp="1"/>
          </p:cNvSpPr>
          <p:nvPr>
            <p:ph type="sldNum" sz="quarter" idx="5"/>
          </p:nvPr>
        </p:nvSpPr>
        <p:spPr/>
        <p:txBody>
          <a:bodyPr/>
          <a:lstStyle/>
          <a:p>
            <a:fld id="{3A2F3803-D419-4994-A8B7-77576D461289}" type="slidenum">
              <a:rPr lang="en-US" smtClean="0"/>
              <a:pPr/>
              <a:t>11</a:t>
            </a:fld>
            <a:endParaRPr lang="en-US"/>
          </a:p>
        </p:txBody>
      </p:sp>
    </p:spTree>
    <p:extLst>
      <p:ext uri="{BB962C8B-B14F-4D97-AF65-F5344CB8AC3E}">
        <p14:creationId xmlns:p14="http://schemas.microsoft.com/office/powerpoint/2010/main" val="9315460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609585">
              <a:defRPr/>
            </a:pPr>
            <a:endParaRPr lang="en-US" i="1" dirty="0">
              <a:solidFill>
                <a:srgbClr val="0070C0"/>
              </a:solidFill>
              <a:ea typeface="Arial Regular" charset="0"/>
              <a:cs typeface="Arial Regular" charset="0"/>
            </a:endParaRPr>
          </a:p>
          <a:p>
            <a:pPr defTabSz="609585">
              <a:defRPr/>
            </a:pPr>
            <a:r>
              <a:rPr lang="en-US" i="1">
                <a:solidFill>
                  <a:srgbClr val="0070C0"/>
                </a:solidFill>
                <a:ea typeface="Arial Regular" charset="0"/>
                <a:cs typeface="Arial Regular" charset="0"/>
              </a:rPr>
              <a:t>Giao diện tạo hóa đơn điện tử</a:t>
            </a:r>
            <a:endParaRPr lang="vi-VN" i="1" dirty="0">
              <a:solidFill>
                <a:srgbClr val="0070C0"/>
              </a:solidFill>
              <a:ea typeface="Arial Regular" charset="0"/>
              <a:cs typeface="Arial Regular" charset="0"/>
            </a:endParaRPr>
          </a:p>
        </p:txBody>
      </p:sp>
      <p:sp>
        <p:nvSpPr>
          <p:cNvPr id="10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fld id="{BDD7F071-AED9-4ECE-871A-C8DE0D4DB896}" type="slidenum">
              <a:rPr lang="en-US" altLang="en-US">
                <a:solidFill>
                  <a:srgbClr val="000000"/>
                </a:solidFill>
              </a:rPr>
              <a:pPr/>
              <a:t>12</a:t>
            </a:fld>
            <a:endParaRPr lang="en-US" altLang="en-US">
              <a:solidFill>
                <a:srgbClr val="000000"/>
              </a:solidFill>
            </a:endParaRPr>
          </a:p>
        </p:txBody>
      </p:sp>
    </p:spTree>
    <p:extLst>
      <p:ext uri="{BB962C8B-B14F-4D97-AF65-F5344CB8AC3E}">
        <p14:creationId xmlns:p14="http://schemas.microsoft.com/office/powerpoint/2010/main" val="790075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609585">
              <a:defRPr/>
            </a:pPr>
            <a:endParaRPr lang="en-US" i="1" dirty="0">
              <a:solidFill>
                <a:srgbClr val="0070C0"/>
              </a:solidFill>
              <a:ea typeface="Arial Regular" charset="0"/>
              <a:cs typeface="Arial Regular" charset="0"/>
            </a:endParaRPr>
          </a:p>
          <a:p>
            <a:pPr defTabSz="609585">
              <a:defRPr/>
            </a:pPr>
            <a:r>
              <a:rPr lang="en-US" i="1">
                <a:solidFill>
                  <a:srgbClr val="0070C0"/>
                </a:solidFill>
                <a:ea typeface="Arial Regular" charset="0"/>
                <a:cs typeface="Arial Regular" charset="0"/>
              </a:rPr>
              <a:t>Giao diện danh sách hóa đơn</a:t>
            </a:r>
            <a:endParaRPr lang="vi-VN" i="1" dirty="0">
              <a:solidFill>
                <a:srgbClr val="0070C0"/>
              </a:solidFill>
              <a:ea typeface="Arial Regular" charset="0"/>
              <a:cs typeface="Arial Regular" charset="0"/>
            </a:endParaRPr>
          </a:p>
        </p:txBody>
      </p:sp>
      <p:sp>
        <p:nvSpPr>
          <p:cNvPr id="10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fld id="{BDD7F071-AED9-4ECE-871A-C8DE0D4DB896}" type="slidenum">
              <a:rPr lang="en-US" altLang="en-US">
                <a:solidFill>
                  <a:srgbClr val="000000"/>
                </a:solidFill>
              </a:rPr>
              <a:pPr/>
              <a:t>13</a:t>
            </a:fld>
            <a:endParaRPr lang="en-US" altLang="en-US">
              <a:solidFill>
                <a:srgbClr val="000000"/>
              </a:solidFill>
            </a:endParaRPr>
          </a:p>
        </p:txBody>
      </p:sp>
    </p:spTree>
    <p:extLst>
      <p:ext uri="{BB962C8B-B14F-4D97-AF65-F5344CB8AC3E}">
        <p14:creationId xmlns:p14="http://schemas.microsoft.com/office/powerpoint/2010/main" val="24524476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609585">
              <a:defRPr/>
            </a:pPr>
            <a:endParaRPr lang="en-US" i="1" dirty="0">
              <a:solidFill>
                <a:srgbClr val="0070C0"/>
              </a:solidFill>
              <a:ea typeface="Arial Regular" charset="0"/>
              <a:cs typeface="Arial Regular" charset="0"/>
            </a:endParaRPr>
          </a:p>
          <a:p>
            <a:pPr defTabSz="609585">
              <a:defRPr/>
            </a:pPr>
            <a:r>
              <a:rPr lang="en-US" i="1">
                <a:solidFill>
                  <a:srgbClr val="0070C0"/>
                </a:solidFill>
                <a:ea typeface="Arial Regular" charset="0"/>
                <a:cs typeface="Arial Regular" charset="0"/>
              </a:rPr>
              <a:t>Giao diện báo cáo thống kê</a:t>
            </a:r>
            <a:endParaRPr lang="vi-VN" i="1" dirty="0">
              <a:solidFill>
                <a:srgbClr val="0070C0"/>
              </a:solidFill>
              <a:ea typeface="Arial Regular" charset="0"/>
              <a:cs typeface="Arial Regular" charset="0"/>
            </a:endParaRPr>
          </a:p>
        </p:txBody>
      </p:sp>
      <p:sp>
        <p:nvSpPr>
          <p:cNvPr id="10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fld id="{BDD7F071-AED9-4ECE-871A-C8DE0D4DB896}" type="slidenum">
              <a:rPr lang="en-US" altLang="en-US">
                <a:solidFill>
                  <a:srgbClr val="000000"/>
                </a:solidFill>
              </a:rPr>
              <a:pPr/>
              <a:t>14</a:t>
            </a:fld>
            <a:endParaRPr lang="en-US" altLang="en-US">
              <a:solidFill>
                <a:srgbClr val="000000"/>
              </a:solidFill>
            </a:endParaRPr>
          </a:p>
        </p:txBody>
      </p:sp>
    </p:spTree>
    <p:extLst>
      <p:ext uri="{BB962C8B-B14F-4D97-AF65-F5344CB8AC3E}">
        <p14:creationId xmlns:p14="http://schemas.microsoft.com/office/powerpoint/2010/main" val="890961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FontTx/>
              <a:buNone/>
            </a:pPr>
            <a:endParaRPr lang="en-US" altLang="en-US" dirty="0"/>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fld id="{A2723852-5FC9-4D12-B087-072F60D443E1}" type="slidenum">
              <a:rPr lang="en-US" altLang="en-US"/>
              <a:pPr/>
              <a:t>15</a:t>
            </a:fld>
            <a:endParaRPr lang="en-US" altLang="en-US"/>
          </a:p>
        </p:txBody>
      </p:sp>
    </p:spTree>
    <p:extLst>
      <p:ext uri="{BB962C8B-B14F-4D97-AF65-F5344CB8AC3E}">
        <p14:creationId xmlns:p14="http://schemas.microsoft.com/office/powerpoint/2010/main" val="3430393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FontTx/>
              <a:buNone/>
            </a:pPr>
            <a:endParaRPr lang="en-US" altLang="en-US" dirty="0"/>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fld id="{A2723852-5FC9-4D12-B087-072F60D443E1}" type="slidenum">
              <a:rPr lang="en-US" altLang="en-US"/>
              <a:pPr/>
              <a:t>16</a:t>
            </a:fld>
            <a:endParaRPr lang="en-US" altLang="en-US"/>
          </a:p>
        </p:txBody>
      </p:sp>
    </p:spTree>
    <p:extLst>
      <p:ext uri="{BB962C8B-B14F-4D97-AF65-F5344CB8AC3E}">
        <p14:creationId xmlns:p14="http://schemas.microsoft.com/office/powerpoint/2010/main" val="8374719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FontTx/>
              <a:buNone/>
            </a:pPr>
            <a:endParaRPr lang="en-US" altLang="en-US" dirty="0"/>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fld id="{A2723852-5FC9-4D12-B087-072F60D443E1}" type="slidenum">
              <a:rPr lang="en-US" altLang="en-US"/>
              <a:pPr/>
              <a:t>17</a:t>
            </a:fld>
            <a:endParaRPr lang="en-US" altLang="en-US"/>
          </a:p>
        </p:txBody>
      </p:sp>
    </p:spTree>
    <p:extLst>
      <p:ext uri="{BB962C8B-B14F-4D97-AF65-F5344CB8AC3E}">
        <p14:creationId xmlns:p14="http://schemas.microsoft.com/office/powerpoint/2010/main" val="27393156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61044-4523-62E9-AEB1-B82DA121333E}"/>
            </a:ext>
          </a:extLst>
        </p:cNvPr>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6AF7D782-4B4B-AA1A-29FB-37AA74384621}"/>
              </a:ext>
            </a:extLst>
          </p:cNvPr>
          <p:cNvSpPr>
            <a:spLocks noGrp="1" noRot="1" noChangeAspect="1" noTextEdit="1"/>
          </p:cNvSpPr>
          <p:nvPr>
            <p:ph type="sldImg"/>
          </p:nvPr>
        </p:nvSpPr>
        <p:spPr>
          <a:ln/>
        </p:spPr>
      </p:sp>
      <p:sp>
        <p:nvSpPr>
          <p:cNvPr id="14339" name="Notes Placeholder 2">
            <a:extLst>
              <a:ext uri="{FF2B5EF4-FFF2-40B4-BE49-F238E27FC236}">
                <a16:creationId xmlns:a16="http://schemas.microsoft.com/office/drawing/2014/main" id="{1B3BCAB4-8054-0DA3-E273-20BEBF71C2E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FontTx/>
              <a:buNone/>
            </a:pPr>
            <a:r>
              <a:rPr lang="en-US" altLang="en-US"/>
              <a:t>Đây là 1 số hình ảnh phiếu in gửi cho khách hàng</a:t>
            </a:r>
          </a:p>
          <a:p>
            <a:pPr marL="0" indent="0">
              <a:buFontTx/>
              <a:buNone/>
            </a:pPr>
            <a:endParaRPr lang="en-US" altLang="en-US" dirty="0"/>
          </a:p>
        </p:txBody>
      </p:sp>
      <p:sp>
        <p:nvSpPr>
          <p:cNvPr id="14340" name="Slide Number Placeholder 3">
            <a:extLst>
              <a:ext uri="{FF2B5EF4-FFF2-40B4-BE49-F238E27FC236}">
                <a16:creationId xmlns:a16="http://schemas.microsoft.com/office/drawing/2014/main" id="{53E013FA-39FA-7C76-12B8-71EF010FD7F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fld id="{A2723852-5FC9-4D12-B087-072F60D443E1}" type="slidenum">
              <a:rPr lang="en-US" altLang="en-US"/>
              <a:pPr/>
              <a:t>18</a:t>
            </a:fld>
            <a:endParaRPr lang="en-US" altLang="en-US"/>
          </a:p>
        </p:txBody>
      </p:sp>
    </p:spTree>
    <p:extLst>
      <p:ext uri="{BB962C8B-B14F-4D97-AF65-F5344CB8AC3E}">
        <p14:creationId xmlns:p14="http://schemas.microsoft.com/office/powerpoint/2010/main" val="20568413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FontTx/>
              <a:buNone/>
            </a:pPr>
            <a:endParaRPr lang="en-US" altLang="en-US" dirty="0"/>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fld id="{A2723852-5FC9-4D12-B087-072F60D443E1}" type="slidenum">
              <a:rPr lang="en-US" altLang="en-US"/>
              <a:pPr/>
              <a:t>19</a:t>
            </a:fld>
            <a:endParaRPr lang="en-US" altLang="en-US"/>
          </a:p>
        </p:txBody>
      </p:sp>
    </p:spTree>
    <p:extLst>
      <p:ext uri="{BB962C8B-B14F-4D97-AF65-F5344CB8AC3E}">
        <p14:creationId xmlns:p14="http://schemas.microsoft.com/office/powerpoint/2010/main" val="3583873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FontTx/>
              <a:buNone/>
            </a:pPr>
            <a:endParaRPr lang="en-US" altLang="en-US" dirty="0"/>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fld id="{A2723852-5FC9-4D12-B087-072F60D443E1}" type="slidenum">
              <a:rPr lang="en-US" altLang="en-US"/>
              <a:pPr/>
              <a:t>20</a:t>
            </a:fld>
            <a:endParaRPr lang="en-US" altLang="en-US"/>
          </a:p>
        </p:txBody>
      </p:sp>
    </p:spTree>
    <p:extLst>
      <p:ext uri="{BB962C8B-B14F-4D97-AF65-F5344CB8AC3E}">
        <p14:creationId xmlns:p14="http://schemas.microsoft.com/office/powerpoint/2010/main" val="17724072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7132320" cy="6858000"/>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38200" y="127824"/>
            <a:ext cx="3776103" cy="1908799"/>
          </a:xfrm>
          <a:prstGeom prst="rect">
            <a:avLst/>
          </a:prstGeom>
        </p:spPr>
      </p:pic>
      <p:sp>
        <p:nvSpPr>
          <p:cNvPr id="9" name="Title Placeholder 1"/>
          <p:cNvSpPr txBox="1">
            <a:spLocks/>
          </p:cNvSpPr>
          <p:nvPr userDrawn="1"/>
        </p:nvSpPr>
        <p:spPr>
          <a:xfrm>
            <a:off x="314216" y="2551513"/>
            <a:ext cx="5038163" cy="15552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70C0"/>
                </a:solidFill>
                <a:latin typeface="Arial" panose="020B0604020202020204" pitchFamily="34" charset="0"/>
                <a:ea typeface="+mj-ea"/>
                <a:cs typeface="Arial" panose="020B0604020202020204" pitchFamily="34" charset="0"/>
              </a:defRPr>
            </a:lvl1pPr>
          </a:lstStyle>
          <a:p>
            <a:endParaRPr lang="en-US" sz="4000" dirty="0">
              <a:solidFill>
                <a:schemeClr val="bg1"/>
              </a:solidFill>
              <a:latin typeface="Roboto Condensed" pitchFamily="2" charset="0"/>
              <a:ea typeface="Roboto Condensed" pitchFamily="2" charset="0"/>
            </a:endParaRPr>
          </a:p>
        </p:txBody>
      </p:sp>
      <p:sp>
        <p:nvSpPr>
          <p:cNvPr id="11" name="Text Placeholder 2"/>
          <p:cNvSpPr>
            <a:spLocks noGrp="1"/>
          </p:cNvSpPr>
          <p:nvPr>
            <p:ph idx="11" hasCustomPrompt="1"/>
          </p:nvPr>
        </p:nvSpPr>
        <p:spPr>
          <a:xfrm>
            <a:off x="314216" y="6087412"/>
            <a:ext cx="5038163" cy="346996"/>
          </a:xfrm>
          <a:prstGeom prst="rect">
            <a:avLst/>
          </a:prstGeom>
        </p:spPr>
        <p:txBody>
          <a:bodyPr vert="horz" lIns="91440" tIns="45720" rIns="91440" bIns="45720" rtlCol="0">
            <a:normAutofit/>
          </a:bodyPr>
          <a:lstStyle>
            <a:lvl1pPr marL="0" indent="0" algn="ctr">
              <a:buNone/>
              <a:defRPr sz="2000" baseline="0">
                <a:solidFill>
                  <a:schemeClr val="bg1"/>
                </a:solidFill>
                <a:latin typeface="Roboto Condensed" pitchFamily="2" charset="0"/>
                <a:ea typeface="Roboto Condensed" pitchFamily="2" charset="0"/>
              </a:defRPr>
            </a:lvl1pPr>
          </a:lstStyle>
          <a:p>
            <a:pPr lvl="0"/>
            <a:r>
              <a:rPr lang="en-US" dirty="0"/>
              <a:t>Click to edit master title style</a:t>
            </a:r>
          </a:p>
        </p:txBody>
      </p:sp>
      <p:sp>
        <p:nvSpPr>
          <p:cNvPr id="12" name="Text Placeholder 2"/>
          <p:cNvSpPr>
            <a:spLocks noGrp="1"/>
          </p:cNvSpPr>
          <p:nvPr>
            <p:ph idx="12" hasCustomPrompt="1"/>
          </p:nvPr>
        </p:nvSpPr>
        <p:spPr>
          <a:xfrm>
            <a:off x="6544686" y="3429000"/>
            <a:ext cx="5038163" cy="514890"/>
          </a:xfrm>
          <a:prstGeom prst="rect">
            <a:avLst/>
          </a:prstGeom>
        </p:spPr>
        <p:txBody>
          <a:bodyPr vert="horz" lIns="91440" tIns="45720" rIns="91440" bIns="45720" rtlCol="0">
            <a:normAutofit/>
          </a:bodyPr>
          <a:lstStyle>
            <a:lvl1pPr marL="0" indent="0" algn="ctr">
              <a:buNone/>
              <a:defRPr baseline="0">
                <a:solidFill>
                  <a:srgbClr val="FF0000"/>
                </a:solidFill>
                <a:latin typeface="Roboto Condensed" pitchFamily="2" charset="0"/>
                <a:ea typeface="Roboto Condensed" pitchFamily="2" charset="0"/>
              </a:defRPr>
            </a:lvl1pPr>
          </a:lstStyle>
          <a:p>
            <a:pPr lvl="0"/>
            <a:r>
              <a:rPr lang="en-US" dirty="0" err="1"/>
              <a:t>Ảnh</a:t>
            </a:r>
            <a:r>
              <a:rPr lang="en-US" dirty="0"/>
              <a:t> </a:t>
            </a:r>
            <a:r>
              <a:rPr lang="en-US" dirty="0" err="1"/>
              <a:t>lớn</a:t>
            </a:r>
            <a:r>
              <a:rPr lang="en-US" dirty="0"/>
              <a:t> (</a:t>
            </a:r>
            <a:r>
              <a:rPr lang="en-US" dirty="0" err="1"/>
              <a:t>về</a:t>
            </a:r>
            <a:r>
              <a:rPr lang="en-US" dirty="0"/>
              <a:t> </a:t>
            </a:r>
            <a:r>
              <a:rPr lang="en-US" dirty="0" err="1"/>
              <a:t>tỉnh</a:t>
            </a:r>
            <a:r>
              <a:rPr lang="en-US" dirty="0"/>
              <a:t>/</a:t>
            </a:r>
            <a:r>
              <a:rPr lang="en-US" dirty="0" err="1"/>
              <a:t>TP</a:t>
            </a:r>
            <a:r>
              <a:rPr lang="en-US" dirty="0"/>
              <a:t>)</a:t>
            </a:r>
          </a:p>
        </p:txBody>
      </p:sp>
      <p:sp>
        <p:nvSpPr>
          <p:cNvPr id="15" name="Title Placeholder 1"/>
          <p:cNvSpPr>
            <a:spLocks noGrp="1"/>
          </p:cNvSpPr>
          <p:nvPr>
            <p:ph type="title"/>
          </p:nvPr>
        </p:nvSpPr>
        <p:spPr>
          <a:xfrm>
            <a:off x="314216" y="2923655"/>
            <a:ext cx="5038163" cy="1192683"/>
          </a:xfrm>
          <a:prstGeom prst="rect">
            <a:avLst/>
          </a:prstGeom>
        </p:spPr>
        <p:txBody>
          <a:bodyPr vert="horz" lIns="91440" tIns="45720" rIns="91440" bIns="45720" rtlCol="0" anchor="ctr">
            <a:noAutofit/>
          </a:bodyPr>
          <a:lstStyle>
            <a:lvl1pPr>
              <a:defRPr sz="3600">
                <a:solidFill>
                  <a:schemeClr val="bg1"/>
                </a:solidFill>
              </a:defRPr>
            </a:lvl1pPr>
          </a:lstStyle>
          <a:p>
            <a:r>
              <a:rPr lang="en-US" dirty="0"/>
              <a:t>CLICK TO EDIT MASTER TITLE STYLE</a:t>
            </a:r>
          </a:p>
        </p:txBody>
      </p:sp>
      <p:sp>
        <p:nvSpPr>
          <p:cNvPr id="13" name="Text Placeholder 2"/>
          <p:cNvSpPr>
            <a:spLocks noGrp="1"/>
          </p:cNvSpPr>
          <p:nvPr>
            <p:ph idx="13" hasCustomPrompt="1"/>
          </p:nvPr>
        </p:nvSpPr>
        <p:spPr>
          <a:xfrm>
            <a:off x="314216" y="4154636"/>
            <a:ext cx="5038163" cy="346996"/>
          </a:xfrm>
          <a:prstGeom prst="rect">
            <a:avLst/>
          </a:prstGeom>
        </p:spPr>
        <p:txBody>
          <a:bodyPr vert="horz" lIns="91440" tIns="45720" rIns="91440" bIns="45720" rtlCol="0">
            <a:normAutofit/>
          </a:bodyPr>
          <a:lstStyle>
            <a:lvl1pPr marL="0" indent="0" algn="l">
              <a:buNone/>
              <a:defRPr sz="2000" baseline="0">
                <a:solidFill>
                  <a:schemeClr val="bg1"/>
                </a:solidFill>
                <a:latin typeface="Roboto Condensed" pitchFamily="2" charset="0"/>
                <a:ea typeface="Roboto Condensed" pitchFamily="2" charset="0"/>
              </a:defRPr>
            </a:lvl1pPr>
          </a:lstStyle>
          <a:p>
            <a:pPr lvl="0"/>
            <a:r>
              <a:rPr lang="en-US" dirty="0"/>
              <a:t>CLICK TO EDIT MASTER TITLE STYLE</a:t>
            </a:r>
          </a:p>
        </p:txBody>
      </p:sp>
    </p:spTree>
    <p:extLst>
      <p:ext uri="{BB962C8B-B14F-4D97-AF65-F5344CB8AC3E}">
        <p14:creationId xmlns:p14="http://schemas.microsoft.com/office/powerpoint/2010/main" val="3602742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7132320" cy="6858000"/>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38200" y="127824"/>
            <a:ext cx="3776103" cy="1908799"/>
          </a:xfrm>
          <a:prstGeom prst="rect">
            <a:avLst/>
          </a:prstGeom>
        </p:spPr>
      </p:pic>
      <p:sp>
        <p:nvSpPr>
          <p:cNvPr id="9" name="Title Placeholder 1"/>
          <p:cNvSpPr txBox="1">
            <a:spLocks/>
          </p:cNvSpPr>
          <p:nvPr userDrawn="1"/>
        </p:nvSpPr>
        <p:spPr>
          <a:xfrm>
            <a:off x="314216" y="2551513"/>
            <a:ext cx="5038163" cy="15552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70C0"/>
                </a:solidFill>
                <a:latin typeface="Arial" panose="020B0604020202020204" pitchFamily="34" charset="0"/>
                <a:ea typeface="+mj-ea"/>
                <a:cs typeface="Arial" panose="020B0604020202020204" pitchFamily="34" charset="0"/>
              </a:defRPr>
            </a:lvl1pPr>
          </a:lstStyle>
          <a:p>
            <a:endParaRPr lang="en-US" sz="4000" dirty="0">
              <a:solidFill>
                <a:schemeClr val="bg1"/>
              </a:solidFill>
              <a:latin typeface="Roboto Condensed" pitchFamily="2" charset="0"/>
              <a:ea typeface="Roboto Condensed" pitchFamily="2" charset="0"/>
            </a:endParaRPr>
          </a:p>
        </p:txBody>
      </p:sp>
      <p:sp>
        <p:nvSpPr>
          <p:cNvPr id="11" name="Text Placeholder 2"/>
          <p:cNvSpPr>
            <a:spLocks noGrp="1"/>
          </p:cNvSpPr>
          <p:nvPr>
            <p:ph idx="11" hasCustomPrompt="1"/>
          </p:nvPr>
        </p:nvSpPr>
        <p:spPr>
          <a:xfrm>
            <a:off x="314216" y="2471952"/>
            <a:ext cx="5038163" cy="442158"/>
          </a:xfrm>
          <a:prstGeom prst="rect">
            <a:avLst/>
          </a:prstGeom>
        </p:spPr>
        <p:txBody>
          <a:bodyPr vert="horz" lIns="91440" tIns="45720" rIns="91440" bIns="45720" rtlCol="0">
            <a:normAutofit/>
          </a:bodyPr>
          <a:lstStyle>
            <a:lvl1pPr marL="0" indent="0" algn="ctr">
              <a:buNone/>
              <a:defRPr sz="2400" baseline="0">
                <a:solidFill>
                  <a:schemeClr val="bg1"/>
                </a:solidFill>
                <a:latin typeface="Roboto Condensed" pitchFamily="2" charset="0"/>
                <a:ea typeface="Roboto Condensed" pitchFamily="2" charset="0"/>
              </a:defRPr>
            </a:lvl1pPr>
          </a:lstStyle>
          <a:p>
            <a:pPr lvl="0"/>
            <a:r>
              <a:rPr lang="en-US" dirty="0"/>
              <a:t>Click to edit master title style</a:t>
            </a:r>
          </a:p>
        </p:txBody>
      </p:sp>
      <p:sp>
        <p:nvSpPr>
          <p:cNvPr id="12" name="Text Placeholder 2"/>
          <p:cNvSpPr>
            <a:spLocks noGrp="1"/>
          </p:cNvSpPr>
          <p:nvPr>
            <p:ph idx="12" hasCustomPrompt="1"/>
          </p:nvPr>
        </p:nvSpPr>
        <p:spPr>
          <a:xfrm>
            <a:off x="6544686" y="3429000"/>
            <a:ext cx="5038163" cy="514890"/>
          </a:xfrm>
          <a:prstGeom prst="rect">
            <a:avLst/>
          </a:prstGeom>
        </p:spPr>
        <p:txBody>
          <a:bodyPr vert="horz" lIns="91440" tIns="45720" rIns="91440" bIns="45720" rtlCol="0">
            <a:normAutofit/>
          </a:bodyPr>
          <a:lstStyle>
            <a:lvl1pPr marL="0" indent="0" algn="ctr">
              <a:buNone/>
              <a:defRPr baseline="0">
                <a:solidFill>
                  <a:srgbClr val="FF0000"/>
                </a:solidFill>
                <a:latin typeface="Roboto Condensed" pitchFamily="2" charset="0"/>
                <a:ea typeface="Roboto Condensed" pitchFamily="2" charset="0"/>
              </a:defRPr>
            </a:lvl1pPr>
          </a:lstStyle>
          <a:p>
            <a:pPr lvl="0"/>
            <a:r>
              <a:rPr lang="en-US" dirty="0" err="1"/>
              <a:t>Ảnh</a:t>
            </a:r>
            <a:r>
              <a:rPr lang="en-US" dirty="0"/>
              <a:t> </a:t>
            </a:r>
            <a:r>
              <a:rPr lang="en-US" dirty="0" err="1"/>
              <a:t>lớn</a:t>
            </a:r>
            <a:r>
              <a:rPr lang="en-US" dirty="0"/>
              <a:t> (</a:t>
            </a:r>
            <a:r>
              <a:rPr lang="en-US" dirty="0" err="1"/>
              <a:t>về</a:t>
            </a:r>
            <a:r>
              <a:rPr lang="en-US" dirty="0"/>
              <a:t> </a:t>
            </a:r>
            <a:r>
              <a:rPr lang="en-US" dirty="0" err="1"/>
              <a:t>tỉnh</a:t>
            </a:r>
            <a:r>
              <a:rPr lang="en-US" dirty="0"/>
              <a:t>/</a:t>
            </a:r>
            <a:r>
              <a:rPr lang="en-US" dirty="0" err="1"/>
              <a:t>TP</a:t>
            </a:r>
            <a:r>
              <a:rPr lang="en-US" dirty="0"/>
              <a:t>)</a:t>
            </a:r>
          </a:p>
        </p:txBody>
      </p:sp>
      <p:sp>
        <p:nvSpPr>
          <p:cNvPr id="15" name="Title Placeholder 1"/>
          <p:cNvSpPr>
            <a:spLocks noGrp="1"/>
          </p:cNvSpPr>
          <p:nvPr>
            <p:ph type="title"/>
          </p:nvPr>
        </p:nvSpPr>
        <p:spPr>
          <a:xfrm>
            <a:off x="314216" y="2914110"/>
            <a:ext cx="5038163" cy="1192683"/>
          </a:xfrm>
          <a:prstGeom prst="rect">
            <a:avLst/>
          </a:prstGeom>
        </p:spPr>
        <p:txBody>
          <a:bodyPr vert="horz" lIns="91440" tIns="45720" rIns="91440" bIns="45720" rtlCol="0" anchor="ctr">
            <a:noAutofit/>
          </a:bodyPr>
          <a:lstStyle>
            <a:lvl1pPr algn="ctr">
              <a:defRPr sz="3600">
                <a:solidFill>
                  <a:schemeClr val="bg1"/>
                </a:solidFill>
              </a:defRPr>
            </a:lvl1pPr>
          </a:lstStyle>
          <a:p>
            <a:r>
              <a:rPr lang="en-US" dirty="0"/>
              <a:t>CLICK TO EDIT MASTER TITLE STYLE</a:t>
            </a:r>
          </a:p>
        </p:txBody>
      </p:sp>
      <p:pic>
        <p:nvPicPr>
          <p:cNvPr id="13" name="Picture 1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28128" y="4186354"/>
            <a:ext cx="3724275" cy="190500"/>
          </a:xfrm>
          <a:prstGeom prst="rect">
            <a:avLst/>
          </a:prstGeom>
        </p:spPr>
      </p:pic>
    </p:spTree>
    <p:extLst>
      <p:ext uri="{BB962C8B-B14F-4D97-AF65-F5344CB8AC3E}">
        <p14:creationId xmlns:p14="http://schemas.microsoft.com/office/powerpoint/2010/main" val="3096806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9" name="Pictur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105400"/>
            <a:ext cx="12192000" cy="1752600"/>
          </a:xfrm>
          <a:prstGeom prst="rect">
            <a:avLst/>
          </a:prstGeom>
        </p:spPr>
      </p:pic>
      <p:sp>
        <p:nvSpPr>
          <p:cNvPr id="6" name="Slide Number Placeholder 5"/>
          <p:cNvSpPr>
            <a:spLocks noGrp="1"/>
          </p:cNvSpPr>
          <p:nvPr>
            <p:ph type="sldNum" sz="quarter" idx="12"/>
          </p:nvPr>
        </p:nvSpPr>
        <p:spPr/>
        <p:txBody>
          <a:bodyPr/>
          <a:lstStyle/>
          <a:p>
            <a:fld id="{2079BD69-FF30-450A-B7B2-1E0FE13F0EE7}" type="slidenum">
              <a:rPr lang="en-US" smtClean="0"/>
              <a:pPr/>
              <a:t>‹#›</a:t>
            </a:fld>
            <a:endParaRPr lang="en-US"/>
          </a:p>
        </p:txBody>
      </p:sp>
      <p:pic>
        <p:nvPicPr>
          <p:cNvPr id="20" name="Picture 1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87" y="896750"/>
            <a:ext cx="12192000" cy="114300"/>
          </a:xfrm>
          <a:prstGeom prst="rect">
            <a:avLst/>
          </a:prstGeom>
        </p:spPr>
      </p:pic>
    </p:spTree>
    <p:extLst>
      <p:ext uri="{BB962C8B-B14F-4D97-AF65-F5344CB8AC3E}">
        <p14:creationId xmlns:p14="http://schemas.microsoft.com/office/powerpoint/2010/main" val="681775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sz="half" idx="1"/>
          </p:nvPr>
        </p:nvSpPr>
        <p:spPr>
          <a:xfrm>
            <a:off x="578223" y="1210751"/>
            <a:ext cx="5441577" cy="49662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199" y="1210751"/>
            <a:ext cx="5472953" cy="49662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105400"/>
            <a:ext cx="12192000" cy="1752600"/>
          </a:xfrm>
          <a:prstGeom prst="rect">
            <a:avLst/>
          </a:prstGeom>
        </p:spPr>
      </p:pic>
      <p:sp>
        <p:nvSpPr>
          <p:cNvPr id="7" name="Slide Number Placeholder 6"/>
          <p:cNvSpPr>
            <a:spLocks noGrp="1"/>
          </p:cNvSpPr>
          <p:nvPr>
            <p:ph type="sldNum" sz="quarter" idx="12"/>
          </p:nvPr>
        </p:nvSpPr>
        <p:spPr/>
        <p:txBody>
          <a:bodyPr/>
          <a:lstStyle/>
          <a:p>
            <a:fld id="{2079BD69-FF30-450A-B7B2-1E0FE13F0EE7}" type="slidenum">
              <a:rPr lang="en-US" smtClean="0"/>
              <a:pPr/>
              <a:t>‹#›</a:t>
            </a:fld>
            <a:endParaRPr lang="en-US"/>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87" y="896750"/>
            <a:ext cx="12192000" cy="114300"/>
          </a:xfrm>
          <a:prstGeom prst="rect">
            <a:avLst/>
          </a:prstGeom>
        </p:spPr>
      </p:pic>
    </p:spTree>
    <p:extLst>
      <p:ext uri="{BB962C8B-B14F-4D97-AF65-F5344CB8AC3E}">
        <p14:creationId xmlns:p14="http://schemas.microsoft.com/office/powerpoint/2010/main" val="1343586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5" name="Slide Number Placeholder 4"/>
          <p:cNvSpPr>
            <a:spLocks noGrp="1"/>
          </p:cNvSpPr>
          <p:nvPr>
            <p:ph type="sldNum" sz="quarter" idx="12"/>
          </p:nvPr>
        </p:nvSpPr>
        <p:spPr/>
        <p:txBody>
          <a:bodyPr/>
          <a:lstStyle/>
          <a:p>
            <a:fld id="{2079BD69-FF30-450A-B7B2-1E0FE13F0EE7}" type="slidenum">
              <a:rPr lang="en-US" smtClean="0"/>
              <a:pPr/>
              <a:t>‹#›</a:t>
            </a:fld>
            <a:endParaRPr lang="en-US"/>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115605"/>
            <a:ext cx="12192000" cy="1752600"/>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87" y="896750"/>
            <a:ext cx="12192000" cy="114300"/>
          </a:xfrm>
          <a:prstGeom prst="rect">
            <a:avLst/>
          </a:prstGeom>
        </p:spPr>
      </p:pic>
    </p:spTree>
    <p:extLst>
      <p:ext uri="{BB962C8B-B14F-4D97-AF65-F5344CB8AC3E}">
        <p14:creationId xmlns:p14="http://schemas.microsoft.com/office/powerpoint/2010/main" val="134264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5" name="Slide Number Placeholder 4"/>
          <p:cNvSpPr>
            <a:spLocks noGrp="1"/>
          </p:cNvSpPr>
          <p:nvPr>
            <p:ph type="sldNum" sz="quarter" idx="12"/>
          </p:nvPr>
        </p:nvSpPr>
        <p:spPr/>
        <p:txBody>
          <a:bodyPr/>
          <a:lstStyle>
            <a:lvl1pPr>
              <a:defRPr>
                <a:solidFill>
                  <a:srgbClr val="0070C0"/>
                </a:solidFill>
              </a:defRPr>
            </a:lvl1pPr>
          </a:lstStyle>
          <a:p>
            <a:fld id="{2079BD69-FF30-450A-B7B2-1E0FE13F0EE7}" type="slidenum">
              <a:rPr lang="en-US" smtClean="0"/>
              <a:pPr/>
              <a:t>‹#›</a:t>
            </a:fld>
            <a:endParaRPr lang="en-US"/>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687" y="896750"/>
            <a:ext cx="12192000" cy="114300"/>
          </a:xfrm>
          <a:prstGeom prst="rect">
            <a:avLst/>
          </a:prstGeom>
        </p:spPr>
      </p:pic>
    </p:spTree>
    <p:extLst>
      <p:ext uri="{BB962C8B-B14F-4D97-AF65-F5344CB8AC3E}">
        <p14:creationId xmlns:p14="http://schemas.microsoft.com/office/powerpoint/2010/main" val="1310739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105400"/>
            <a:ext cx="12192000" cy="1752600"/>
          </a:xfrm>
          <a:prstGeom prst="rect">
            <a:avLst/>
          </a:prstGeom>
        </p:spPr>
      </p:pic>
      <p:sp>
        <p:nvSpPr>
          <p:cNvPr id="7" name="Slide Number Placeholder 6"/>
          <p:cNvSpPr>
            <a:spLocks noGrp="1"/>
          </p:cNvSpPr>
          <p:nvPr>
            <p:ph type="sldNum" sz="quarter" idx="12"/>
          </p:nvPr>
        </p:nvSpPr>
        <p:spPr/>
        <p:txBody>
          <a:bodyPr/>
          <a:lstStyle/>
          <a:p>
            <a:fld id="{2079BD69-FF30-450A-B7B2-1E0FE13F0EE7}" type="slidenum">
              <a:rPr lang="en-US" smtClean="0"/>
              <a:pPr/>
              <a:t>‹#›</a:t>
            </a:fld>
            <a:endParaRPr lang="en-US"/>
          </a:p>
        </p:txBody>
      </p:sp>
    </p:spTree>
    <p:extLst>
      <p:ext uri="{BB962C8B-B14F-4D97-AF65-F5344CB8AC3E}">
        <p14:creationId xmlns:p14="http://schemas.microsoft.com/office/powerpoint/2010/main" val="414882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105400"/>
            <a:ext cx="12192000" cy="1752600"/>
          </a:xfrm>
          <a:prstGeom prst="rect">
            <a:avLst/>
          </a:prstGeom>
        </p:spPr>
      </p:pic>
      <p:sp>
        <p:nvSpPr>
          <p:cNvPr id="7" name="Slide Number Placeholder 6"/>
          <p:cNvSpPr>
            <a:spLocks noGrp="1"/>
          </p:cNvSpPr>
          <p:nvPr>
            <p:ph type="sldNum" sz="quarter" idx="12"/>
          </p:nvPr>
        </p:nvSpPr>
        <p:spPr/>
        <p:txBody>
          <a:bodyPr/>
          <a:lstStyle/>
          <a:p>
            <a:fld id="{2079BD69-FF30-450A-B7B2-1E0FE13F0EE7}" type="slidenum">
              <a:rPr lang="en-US" smtClean="0"/>
              <a:pPr/>
              <a:t>‹#›</a:t>
            </a:fld>
            <a:endParaRPr lang="en-US"/>
          </a:p>
        </p:txBody>
      </p:sp>
    </p:spTree>
    <p:extLst>
      <p:ext uri="{BB962C8B-B14F-4D97-AF65-F5344CB8AC3E}">
        <p14:creationId xmlns:p14="http://schemas.microsoft.com/office/powerpoint/2010/main" val="1304218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7132320" cy="6858000"/>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38200" y="127824"/>
            <a:ext cx="3776103" cy="1908799"/>
          </a:xfrm>
          <a:prstGeom prst="rect">
            <a:avLst/>
          </a:prstGeom>
        </p:spPr>
      </p:pic>
      <p:sp>
        <p:nvSpPr>
          <p:cNvPr id="9" name="Title Placeholder 1"/>
          <p:cNvSpPr txBox="1">
            <a:spLocks/>
          </p:cNvSpPr>
          <p:nvPr userDrawn="1"/>
        </p:nvSpPr>
        <p:spPr>
          <a:xfrm>
            <a:off x="314216" y="2551513"/>
            <a:ext cx="5038163" cy="15552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70C0"/>
                </a:solidFill>
                <a:latin typeface="Arial" panose="020B0604020202020204" pitchFamily="34" charset="0"/>
                <a:ea typeface="+mj-ea"/>
                <a:cs typeface="Arial" panose="020B0604020202020204" pitchFamily="34" charset="0"/>
              </a:defRPr>
            </a:lvl1pPr>
          </a:lstStyle>
          <a:p>
            <a:endParaRPr lang="en-US" sz="4000" dirty="0">
              <a:solidFill>
                <a:schemeClr val="bg1"/>
              </a:solidFill>
              <a:latin typeface="Roboto Condensed" pitchFamily="2" charset="0"/>
              <a:ea typeface="Roboto Condensed" pitchFamily="2" charset="0"/>
            </a:endParaRPr>
          </a:p>
        </p:txBody>
      </p:sp>
      <p:sp>
        <p:nvSpPr>
          <p:cNvPr id="12" name="Text Placeholder 2"/>
          <p:cNvSpPr>
            <a:spLocks noGrp="1"/>
          </p:cNvSpPr>
          <p:nvPr>
            <p:ph idx="12" hasCustomPrompt="1"/>
          </p:nvPr>
        </p:nvSpPr>
        <p:spPr>
          <a:xfrm>
            <a:off x="6544686" y="3429000"/>
            <a:ext cx="5038163" cy="514890"/>
          </a:xfrm>
          <a:prstGeom prst="rect">
            <a:avLst/>
          </a:prstGeom>
        </p:spPr>
        <p:txBody>
          <a:bodyPr vert="horz" lIns="91440" tIns="45720" rIns="91440" bIns="45720" rtlCol="0">
            <a:normAutofit/>
          </a:bodyPr>
          <a:lstStyle>
            <a:lvl1pPr marL="0" indent="0" algn="ctr">
              <a:buNone/>
              <a:defRPr baseline="0">
                <a:solidFill>
                  <a:srgbClr val="FF0000"/>
                </a:solidFill>
                <a:latin typeface="Roboto Condensed" pitchFamily="2" charset="0"/>
                <a:ea typeface="Roboto Condensed" pitchFamily="2" charset="0"/>
              </a:defRPr>
            </a:lvl1pPr>
          </a:lstStyle>
          <a:p>
            <a:pPr lvl="0"/>
            <a:r>
              <a:rPr lang="en-US" dirty="0" err="1"/>
              <a:t>Ảnh</a:t>
            </a:r>
            <a:r>
              <a:rPr lang="en-US" dirty="0"/>
              <a:t> </a:t>
            </a:r>
            <a:r>
              <a:rPr lang="en-US" dirty="0" err="1"/>
              <a:t>lớn</a:t>
            </a:r>
            <a:r>
              <a:rPr lang="en-US" dirty="0"/>
              <a:t> (</a:t>
            </a:r>
            <a:r>
              <a:rPr lang="en-US" dirty="0" err="1"/>
              <a:t>về</a:t>
            </a:r>
            <a:r>
              <a:rPr lang="en-US" dirty="0"/>
              <a:t> </a:t>
            </a:r>
            <a:r>
              <a:rPr lang="en-US" dirty="0" err="1"/>
              <a:t>tỉnh</a:t>
            </a:r>
            <a:r>
              <a:rPr lang="en-US" dirty="0"/>
              <a:t>/</a:t>
            </a:r>
            <a:r>
              <a:rPr lang="en-US" dirty="0" err="1"/>
              <a:t>TP</a:t>
            </a:r>
            <a:r>
              <a:rPr lang="en-US" dirty="0"/>
              <a:t>)</a:t>
            </a:r>
          </a:p>
        </p:txBody>
      </p:sp>
    </p:spTree>
    <p:extLst>
      <p:ext uri="{BB962C8B-B14F-4D97-AF65-F5344CB8AC3E}">
        <p14:creationId xmlns:p14="http://schemas.microsoft.com/office/powerpoint/2010/main" val="2273510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7132320" cy="6858000"/>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38200" y="127824"/>
            <a:ext cx="3776103" cy="1908799"/>
          </a:xfrm>
          <a:prstGeom prst="rect">
            <a:avLst/>
          </a:prstGeom>
        </p:spPr>
      </p:pic>
      <p:sp>
        <p:nvSpPr>
          <p:cNvPr id="9" name="Title Placeholder 1"/>
          <p:cNvSpPr txBox="1">
            <a:spLocks/>
          </p:cNvSpPr>
          <p:nvPr userDrawn="1"/>
        </p:nvSpPr>
        <p:spPr>
          <a:xfrm>
            <a:off x="314216" y="2981817"/>
            <a:ext cx="5038163" cy="15552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70C0"/>
                </a:solidFill>
                <a:latin typeface="Arial" panose="020B0604020202020204" pitchFamily="34" charset="0"/>
                <a:ea typeface="+mj-ea"/>
                <a:cs typeface="Arial" panose="020B0604020202020204" pitchFamily="34" charset="0"/>
              </a:defRPr>
            </a:lvl1pPr>
          </a:lstStyle>
          <a:p>
            <a:r>
              <a:rPr lang="en-US" sz="4000" dirty="0" err="1">
                <a:solidFill>
                  <a:schemeClr val="bg1"/>
                </a:solidFill>
                <a:latin typeface="Roboto Condensed" pitchFamily="2" charset="0"/>
                <a:ea typeface="Roboto Condensed" pitchFamily="2" charset="0"/>
              </a:rPr>
              <a:t>TRÂN</a:t>
            </a:r>
            <a:r>
              <a:rPr lang="en-US" sz="4000" baseline="0" dirty="0">
                <a:solidFill>
                  <a:schemeClr val="bg1"/>
                </a:solidFill>
                <a:latin typeface="Roboto Condensed" pitchFamily="2" charset="0"/>
                <a:ea typeface="Roboto Condensed" pitchFamily="2" charset="0"/>
              </a:rPr>
              <a:t> TRỌNG </a:t>
            </a:r>
            <a:r>
              <a:rPr lang="en-US" sz="4000" baseline="0" dirty="0" err="1">
                <a:solidFill>
                  <a:schemeClr val="bg1"/>
                </a:solidFill>
                <a:latin typeface="Roboto Condensed" pitchFamily="2" charset="0"/>
                <a:ea typeface="Roboto Condensed" pitchFamily="2" charset="0"/>
              </a:rPr>
              <a:t>CẢM</a:t>
            </a:r>
            <a:r>
              <a:rPr lang="en-US" sz="4000" baseline="0" dirty="0">
                <a:solidFill>
                  <a:schemeClr val="bg1"/>
                </a:solidFill>
                <a:latin typeface="Roboto Condensed" pitchFamily="2" charset="0"/>
                <a:ea typeface="Roboto Condensed" pitchFamily="2" charset="0"/>
              </a:rPr>
              <a:t> </a:t>
            </a:r>
            <a:r>
              <a:rPr lang="en-US" sz="4000" baseline="0" dirty="0" err="1">
                <a:solidFill>
                  <a:schemeClr val="bg1"/>
                </a:solidFill>
                <a:latin typeface="Roboto Condensed" pitchFamily="2" charset="0"/>
                <a:ea typeface="Roboto Condensed" pitchFamily="2" charset="0"/>
              </a:rPr>
              <a:t>ƠN</a:t>
            </a:r>
            <a:r>
              <a:rPr lang="en-US" sz="4000" baseline="0" dirty="0">
                <a:solidFill>
                  <a:schemeClr val="bg1"/>
                </a:solidFill>
                <a:latin typeface="Roboto Condensed" pitchFamily="2" charset="0"/>
                <a:ea typeface="Roboto Condensed" pitchFamily="2" charset="0"/>
              </a:rPr>
              <a:t>!</a:t>
            </a:r>
            <a:endParaRPr lang="en-US" sz="4000" dirty="0">
              <a:solidFill>
                <a:schemeClr val="bg1"/>
              </a:solidFill>
              <a:latin typeface="Roboto Condensed" pitchFamily="2" charset="0"/>
              <a:ea typeface="Roboto Condensed" pitchFamily="2" charset="0"/>
            </a:endParaRPr>
          </a:p>
        </p:txBody>
      </p:sp>
      <p:sp>
        <p:nvSpPr>
          <p:cNvPr id="12" name="Text Placeholder 2"/>
          <p:cNvSpPr>
            <a:spLocks noGrp="1"/>
          </p:cNvSpPr>
          <p:nvPr>
            <p:ph idx="12" hasCustomPrompt="1"/>
          </p:nvPr>
        </p:nvSpPr>
        <p:spPr>
          <a:xfrm>
            <a:off x="6544686" y="3429000"/>
            <a:ext cx="5038163" cy="514890"/>
          </a:xfrm>
          <a:prstGeom prst="rect">
            <a:avLst/>
          </a:prstGeom>
        </p:spPr>
        <p:txBody>
          <a:bodyPr vert="horz" lIns="91440" tIns="45720" rIns="91440" bIns="45720" rtlCol="0">
            <a:normAutofit/>
          </a:bodyPr>
          <a:lstStyle>
            <a:lvl1pPr marL="0" indent="0" algn="ctr">
              <a:buNone/>
              <a:defRPr baseline="0">
                <a:solidFill>
                  <a:srgbClr val="FF0000"/>
                </a:solidFill>
                <a:latin typeface="Roboto Condensed" pitchFamily="2" charset="0"/>
                <a:ea typeface="Roboto Condensed" pitchFamily="2" charset="0"/>
              </a:defRPr>
            </a:lvl1pPr>
          </a:lstStyle>
          <a:p>
            <a:pPr lvl="0"/>
            <a:r>
              <a:rPr lang="en-US" dirty="0" err="1"/>
              <a:t>Ảnh</a:t>
            </a:r>
            <a:r>
              <a:rPr lang="en-US" dirty="0"/>
              <a:t> </a:t>
            </a:r>
            <a:r>
              <a:rPr lang="en-US" dirty="0" err="1"/>
              <a:t>lớn</a:t>
            </a:r>
            <a:r>
              <a:rPr lang="en-US" dirty="0"/>
              <a:t> (</a:t>
            </a:r>
            <a:r>
              <a:rPr lang="en-US" dirty="0" err="1"/>
              <a:t>về</a:t>
            </a:r>
            <a:r>
              <a:rPr lang="en-US" dirty="0"/>
              <a:t> </a:t>
            </a:r>
            <a:r>
              <a:rPr lang="en-US" dirty="0" err="1"/>
              <a:t>tỉnh</a:t>
            </a:r>
            <a:r>
              <a:rPr lang="en-US" dirty="0"/>
              <a:t>/</a:t>
            </a:r>
            <a:r>
              <a:rPr lang="en-US" dirty="0" err="1"/>
              <a:t>TP</a:t>
            </a:r>
            <a:r>
              <a:rPr lang="en-US" dirty="0"/>
              <a:t>)</a:t>
            </a:r>
          </a:p>
        </p:txBody>
      </p:sp>
    </p:spTree>
    <p:extLst>
      <p:ext uri="{BB962C8B-B14F-4D97-AF65-F5344CB8AC3E}">
        <p14:creationId xmlns:p14="http://schemas.microsoft.com/office/powerpoint/2010/main" val="1076433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95B0675-6738-4F61-B68F-FB8682E8DE31}" type="slidenum">
              <a:rPr lang="en-US" smtClean="0"/>
              <a:pPr/>
              <a:t>‹#›</a:t>
            </a:fld>
            <a:endParaRPr lang="en-US" dirty="0"/>
          </a:p>
        </p:txBody>
      </p:sp>
    </p:spTree>
    <p:extLst>
      <p:ext uri="{BB962C8B-B14F-4D97-AF65-F5344CB8AC3E}">
        <p14:creationId xmlns:p14="http://schemas.microsoft.com/office/powerpoint/2010/main" val="3239400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with photo">
    <p:spTree>
      <p:nvGrpSpPr>
        <p:cNvPr id="1" name=""/>
        <p:cNvGrpSpPr/>
        <p:nvPr/>
      </p:nvGrpSpPr>
      <p:grpSpPr>
        <a:xfrm>
          <a:off x="0" y="0"/>
          <a:ext cx="0" cy="0"/>
          <a:chOff x="0" y="0"/>
          <a:chExt cx="0" cy="0"/>
        </a:xfrm>
      </p:grpSpPr>
      <p:sp>
        <p:nvSpPr>
          <p:cNvPr id="13" name="Rectangle 12"/>
          <p:cNvSpPr/>
          <p:nvPr/>
        </p:nvSpPr>
        <p:spPr bwMode="gray">
          <a:xfrm>
            <a:off x="150852" y="2057400"/>
            <a:ext cx="5487829" cy="3657600"/>
          </a:xfrm>
          <a:prstGeom prst="rect">
            <a:avLst/>
          </a:prstGeom>
          <a:solidFill>
            <a:schemeClr val="bg2">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09"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bwMode="ltGray">
          <a:xfrm>
            <a:off x="150852" y="2057400"/>
            <a:ext cx="5487829" cy="2743426"/>
          </a:xfrm>
          <a:noFill/>
        </p:spPr>
        <p:txBody>
          <a:bodyPr vert="horz" lIns="137160" tIns="137160" rIns="137160" bIns="137160" rtlCol="0" anchor="t" anchorCtr="0">
            <a:normAutofit/>
          </a:bodyPr>
          <a:lstStyle>
            <a:lvl1pPr>
              <a:defRPr lang="en-US" sz="4400" spc="-98" dirty="0">
                <a:gradFill>
                  <a:gsLst>
                    <a:gs pos="5833">
                      <a:srgbClr val="FFFFFF"/>
                    </a:gs>
                    <a:gs pos="18000">
                      <a:srgbClr val="FFFFFF"/>
                    </a:gs>
                  </a:gsLst>
                  <a:lin ang="5400000" scaled="0"/>
                </a:gradFill>
              </a:defRPr>
            </a:lvl1pPr>
          </a:lstStyle>
          <a:p>
            <a:pPr lvl="0"/>
            <a:r>
              <a:rPr lang="en-US" dirty="0"/>
              <a:t>Presentation title</a:t>
            </a:r>
          </a:p>
        </p:txBody>
      </p:sp>
      <p:sp>
        <p:nvSpPr>
          <p:cNvPr id="4" name="Text Placeholder 3"/>
          <p:cNvSpPr>
            <a:spLocks noGrp="1"/>
          </p:cNvSpPr>
          <p:nvPr>
            <p:ph type="body" sz="quarter" idx="10" hasCustomPrompt="1"/>
          </p:nvPr>
        </p:nvSpPr>
        <p:spPr>
          <a:xfrm>
            <a:off x="150852" y="4800600"/>
            <a:ext cx="5487829" cy="914400"/>
          </a:xfrm>
        </p:spPr>
        <p:txBody>
          <a:bodyPr lIns="137160" tIns="137160" rIns="137160" bIns="137160">
            <a:noAutofit/>
          </a:bodyPr>
          <a:lstStyle>
            <a:lvl1pPr marL="0" indent="0">
              <a:spcBef>
                <a:spcPts val="0"/>
              </a:spcBef>
              <a:buNone/>
              <a:defRPr sz="2000">
                <a:solidFill>
                  <a:schemeClr val="bg1"/>
                </a:solidFill>
              </a:defRPr>
            </a:lvl1pPr>
            <a:lvl2pPr marL="281674" indent="0">
              <a:buNone/>
              <a:defRPr sz="2000">
                <a:solidFill>
                  <a:schemeClr val="bg1"/>
                </a:solidFill>
              </a:defRPr>
            </a:lvl2pPr>
            <a:lvl3pPr marL="588476" indent="0">
              <a:buNone/>
              <a:defRPr sz="2000">
                <a:solidFill>
                  <a:schemeClr val="bg1"/>
                </a:solidFill>
              </a:defRPr>
            </a:lvl3pPr>
            <a:lvl4pPr marL="870150" indent="0">
              <a:buNone/>
              <a:defRPr sz="2000">
                <a:solidFill>
                  <a:schemeClr val="bg1"/>
                </a:solidFill>
              </a:defRPr>
            </a:lvl4pPr>
            <a:lvl5pPr marL="1105540" indent="0">
              <a:buNone/>
              <a:defRPr sz="2000">
                <a:solidFill>
                  <a:schemeClr val="bg1"/>
                </a:solidFill>
              </a:defRPr>
            </a:lvl5pPr>
          </a:lstStyle>
          <a:p>
            <a:pPr lvl="0"/>
            <a:r>
              <a:rPr lang="en-US" dirty="0"/>
              <a:t>Speaker Name</a:t>
            </a:r>
          </a:p>
        </p:txBody>
      </p:sp>
      <p:sp>
        <p:nvSpPr>
          <p:cNvPr id="10" name="TextBox 9"/>
          <p:cNvSpPr txBox="1"/>
          <p:nvPr/>
        </p:nvSpPr>
        <p:spPr>
          <a:xfrm>
            <a:off x="7620000" y="381000"/>
            <a:ext cx="3810000" cy="1905000"/>
          </a:xfrm>
          <a:prstGeom prst="rect">
            <a:avLst/>
          </a:prstGeom>
        </p:spPr>
        <p:txBody>
          <a:bodyPr vert="horz" wrap="square" lIns="108821" tIns="54411" rIns="108821" bIns="54411" rtlCol="0" anchor="ctr">
            <a:normAutofit/>
          </a:bodyPr>
          <a:lstStyle/>
          <a:p>
            <a:pPr defTabSz="1088105"/>
            <a:r>
              <a:rPr lang="en-US" sz="2000" dirty="0">
                <a:solidFill>
                  <a:srgbClr val="D2D2D2"/>
                </a:solidFill>
                <a:ea typeface="Segoe UI" pitchFamily="34" charset="0"/>
                <a:cs typeface="Segoe UI" pitchFamily="34" charset="0"/>
              </a:rPr>
              <a:t>Click View &gt; Slide Master to insert a photo as a background behind the colored boxes.</a:t>
            </a:r>
          </a:p>
        </p:txBody>
      </p:sp>
      <p:sp>
        <p:nvSpPr>
          <p:cNvPr id="15" name="TextBox 14"/>
          <p:cNvSpPr txBox="1"/>
          <p:nvPr/>
        </p:nvSpPr>
        <p:spPr>
          <a:xfrm>
            <a:off x="7620000" y="381000"/>
            <a:ext cx="3810000" cy="1905000"/>
          </a:xfrm>
          <a:prstGeom prst="rect">
            <a:avLst/>
          </a:prstGeom>
        </p:spPr>
        <p:txBody>
          <a:bodyPr vert="horz" wrap="square" lIns="108821" tIns="54411" rIns="108821" bIns="54411" rtlCol="0" anchor="ctr">
            <a:normAutofit/>
          </a:bodyPr>
          <a:lstStyle/>
          <a:p>
            <a:pPr defTabSz="1088105"/>
            <a:r>
              <a:rPr lang="en-US" sz="2000" dirty="0">
                <a:solidFill>
                  <a:srgbClr val="D2D2D2"/>
                </a:solidFill>
                <a:ea typeface="Segoe UI" pitchFamily="34" charset="0"/>
                <a:cs typeface="Segoe UI" pitchFamily="34" charset="0"/>
              </a:rPr>
              <a:t>Click View &gt; Slide Master to insert a photo as a background behind the colored boxes.</a:t>
            </a: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44" y="198357"/>
            <a:ext cx="1947103" cy="716042"/>
          </a:xfrm>
          <a:prstGeom prst="rect">
            <a:avLst/>
          </a:prstGeom>
        </p:spPr>
      </p:pic>
      <p:sp>
        <p:nvSpPr>
          <p:cNvPr id="14" name="TextBox 13"/>
          <p:cNvSpPr txBox="1"/>
          <p:nvPr userDrawn="1"/>
        </p:nvSpPr>
        <p:spPr>
          <a:xfrm>
            <a:off x="7620000" y="381000"/>
            <a:ext cx="3810000" cy="1905000"/>
          </a:xfrm>
          <a:prstGeom prst="rect">
            <a:avLst/>
          </a:prstGeom>
        </p:spPr>
        <p:txBody>
          <a:bodyPr vert="horz" wrap="square" lIns="108821" tIns="54411" rIns="108821" bIns="54411" rtlCol="0" anchor="ctr">
            <a:normAutofit/>
          </a:bodyPr>
          <a:lstStyle/>
          <a:p>
            <a:pPr defTabSz="1088105"/>
            <a:r>
              <a:rPr lang="en-US" sz="2000" dirty="0">
                <a:solidFill>
                  <a:srgbClr val="D2D2D2"/>
                </a:solidFill>
                <a:ea typeface="Segoe UI" pitchFamily="34" charset="0"/>
                <a:cs typeface="Segoe UI" pitchFamily="34" charset="0"/>
              </a:rPr>
              <a:t>Click View &gt; Slide Master to insert a photo as a background behind the colored boxes.</a:t>
            </a:r>
          </a:p>
        </p:txBody>
      </p:sp>
    </p:spTree>
    <p:extLst>
      <p:ext uri="{BB962C8B-B14F-4D97-AF65-F5344CB8AC3E}">
        <p14:creationId xmlns:p14="http://schemas.microsoft.com/office/powerpoint/2010/main" val="3471718201"/>
      </p:ext>
    </p:extLst>
  </p:cSld>
  <p:clrMapOvr>
    <a:masterClrMapping/>
  </p:clrMapOvr>
  <p:transition>
    <p:fade/>
  </p:transition>
  <p:extLst>
    <p:ext uri="{DCECCB84-F9BA-43D5-87BE-67443E8EF086}">
      <p15:sldGuideLst xmlns:p15="http://schemas.microsoft.com/office/powerpoint/2012/main">
        <p15:guide id="1" pos="95">
          <p15:clr>
            <a:srgbClr val="5ACBF0"/>
          </p15:clr>
        </p15:guide>
        <p15:guide id="2" pos="671">
          <p15:clr>
            <a:srgbClr val="5ACBF0"/>
          </p15:clr>
        </p15:guide>
        <p15:guide id="3" pos="1247">
          <p15:clr>
            <a:srgbClr val="5ACBF0"/>
          </p15:clr>
        </p15:guide>
        <p15:guide id="4" pos="1823">
          <p15:clr>
            <a:srgbClr val="5ACBF0"/>
          </p15:clr>
        </p15:guide>
        <p15:guide id="5" pos="2399">
          <p15:clr>
            <a:srgbClr val="5ACBF0"/>
          </p15:clr>
        </p15:guide>
        <p15:guide id="6" pos="2975">
          <p15:clr>
            <a:srgbClr val="5ACBF0"/>
          </p15:clr>
        </p15:guide>
        <p15:guide id="7" pos="3551">
          <p15:clr>
            <a:srgbClr val="5ACBF0"/>
          </p15:clr>
        </p15:guide>
        <p15:guide id="8" pos="4127">
          <p15:clr>
            <a:srgbClr val="5ACBF0"/>
          </p15:clr>
        </p15:guide>
        <p15:guide id="9" pos="4703">
          <p15:clr>
            <a:srgbClr val="5ACBF0"/>
          </p15:clr>
        </p15:guide>
        <p15:guide id="10" pos="5279">
          <p15:clr>
            <a:srgbClr val="5ACBF0"/>
          </p15:clr>
        </p15:guide>
        <p15:guide id="11" pos="5855">
          <p15:clr>
            <a:srgbClr val="5ACBF0"/>
          </p15:clr>
        </p15:guide>
        <p15:guide id="12" pos="6431">
          <p15:clr>
            <a:srgbClr val="5ACBF0"/>
          </p15:clr>
        </p15:guide>
        <p15:guide id="13" pos="7007">
          <p15:clr>
            <a:srgbClr val="5ACBF0"/>
          </p15:clr>
        </p15:guide>
        <p15:guide id="14" pos="7583">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EXAMPLE ONLY: Title with photo">
    <p:spTree>
      <p:nvGrpSpPr>
        <p:cNvPr id="1" name=""/>
        <p:cNvGrpSpPr/>
        <p:nvPr/>
      </p:nvGrpSpPr>
      <p:grpSpPr>
        <a:xfrm>
          <a:off x="0" y="0"/>
          <a:ext cx="0" cy="0"/>
          <a:chOff x="0" y="0"/>
          <a:chExt cx="0" cy="0"/>
        </a:xfrm>
      </p:grpSpPr>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44" y="198357"/>
            <a:ext cx="1947103" cy="716042"/>
          </a:xfrm>
          <a:prstGeom prst="rect">
            <a:avLst/>
          </a:prstGeom>
        </p:spPr>
      </p:pic>
      <p:sp>
        <p:nvSpPr>
          <p:cNvPr id="14" name="Rectangle 13"/>
          <p:cNvSpPr/>
          <p:nvPr userDrawn="1"/>
        </p:nvSpPr>
        <p:spPr bwMode="gray">
          <a:xfrm>
            <a:off x="150852" y="2057400"/>
            <a:ext cx="5487829" cy="3657600"/>
          </a:xfrm>
          <a:prstGeom prst="rect">
            <a:avLst/>
          </a:prstGeom>
          <a:solidFill>
            <a:schemeClr val="bg2">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09"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 name="Rectangle 11"/>
          <p:cNvSpPr/>
          <p:nvPr/>
        </p:nvSpPr>
        <p:spPr bwMode="gray">
          <a:xfrm>
            <a:off x="150852" y="2057400"/>
            <a:ext cx="5487829" cy="3657600"/>
          </a:xfrm>
          <a:prstGeom prst="rect">
            <a:avLst/>
          </a:prstGeom>
          <a:solidFill>
            <a:schemeClr val="bg2">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09"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 name="Rectangle 12"/>
          <p:cNvSpPr/>
          <p:nvPr/>
        </p:nvSpPr>
        <p:spPr bwMode="gray">
          <a:xfrm>
            <a:off x="150852" y="2057400"/>
            <a:ext cx="5487829" cy="3657600"/>
          </a:xfrm>
          <a:prstGeom prst="rect">
            <a:avLst/>
          </a:prstGeom>
          <a:solidFill>
            <a:schemeClr val="bg2">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09"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bwMode="ltGray">
          <a:xfrm>
            <a:off x="150852" y="2057400"/>
            <a:ext cx="5487829" cy="2743426"/>
          </a:xfrm>
          <a:noFill/>
        </p:spPr>
        <p:txBody>
          <a:bodyPr vert="horz" lIns="137160" tIns="182880" rIns="146304" bIns="91440" rtlCol="0" anchor="t" anchorCtr="0">
            <a:normAutofit/>
          </a:bodyPr>
          <a:lstStyle>
            <a:lvl1pPr>
              <a:defRPr lang="en-US" sz="4400" spc="-98" dirty="0">
                <a:gradFill>
                  <a:gsLst>
                    <a:gs pos="5833">
                      <a:srgbClr val="FFFFFF"/>
                    </a:gs>
                    <a:gs pos="18000">
                      <a:srgbClr val="FFFFFF"/>
                    </a:gs>
                  </a:gsLst>
                  <a:lin ang="5400000" scaled="0"/>
                </a:gradFill>
              </a:defRPr>
            </a:lvl1pPr>
          </a:lstStyle>
          <a:p>
            <a:pPr lvl="0"/>
            <a:r>
              <a:rPr lang="en-US" dirty="0"/>
              <a:t>Presentation title</a:t>
            </a:r>
          </a:p>
        </p:txBody>
      </p:sp>
      <p:sp>
        <p:nvSpPr>
          <p:cNvPr id="4" name="Text Placeholder 3"/>
          <p:cNvSpPr>
            <a:spLocks noGrp="1"/>
          </p:cNvSpPr>
          <p:nvPr>
            <p:ph type="body" sz="quarter" idx="10" hasCustomPrompt="1"/>
          </p:nvPr>
        </p:nvSpPr>
        <p:spPr>
          <a:xfrm>
            <a:off x="150852" y="4800600"/>
            <a:ext cx="5487829" cy="914400"/>
          </a:xfrm>
        </p:spPr>
        <p:txBody>
          <a:bodyPr lIns="137160" tIns="91440">
            <a:noAutofit/>
          </a:bodyPr>
          <a:lstStyle>
            <a:lvl1pPr marL="0" indent="0">
              <a:spcBef>
                <a:spcPts val="0"/>
              </a:spcBef>
              <a:buNone/>
              <a:defRPr sz="2000">
                <a:solidFill>
                  <a:schemeClr val="bg1"/>
                </a:solidFill>
              </a:defRPr>
            </a:lvl1pPr>
            <a:lvl2pPr marL="281674" indent="0">
              <a:buNone/>
              <a:defRPr sz="2000">
                <a:solidFill>
                  <a:schemeClr val="bg1"/>
                </a:solidFill>
              </a:defRPr>
            </a:lvl2pPr>
            <a:lvl3pPr marL="588476" indent="0">
              <a:buNone/>
              <a:defRPr sz="2000">
                <a:solidFill>
                  <a:schemeClr val="bg1"/>
                </a:solidFill>
              </a:defRPr>
            </a:lvl3pPr>
            <a:lvl4pPr marL="870150" indent="0">
              <a:buNone/>
              <a:defRPr sz="2000">
                <a:solidFill>
                  <a:schemeClr val="bg1"/>
                </a:solidFill>
              </a:defRPr>
            </a:lvl4pPr>
            <a:lvl5pPr marL="1105540" indent="0">
              <a:buNone/>
              <a:defRPr sz="2000">
                <a:solidFill>
                  <a:schemeClr val="bg1"/>
                </a:solidFill>
              </a:defRPr>
            </a:lvl5pPr>
          </a:lstStyle>
          <a:p>
            <a:pPr lvl="0"/>
            <a:r>
              <a:rPr lang="en-US" dirty="0"/>
              <a:t>Speaker Name</a:t>
            </a:r>
          </a:p>
        </p:txBody>
      </p:sp>
    </p:spTree>
    <p:extLst>
      <p:ext uri="{BB962C8B-B14F-4D97-AF65-F5344CB8AC3E}">
        <p14:creationId xmlns:p14="http://schemas.microsoft.com/office/powerpoint/2010/main" val="2339555732"/>
      </p:ext>
    </p:extLst>
  </p:cSld>
  <p:clrMapOvr>
    <a:masterClrMapping/>
  </p:clrMapOvr>
  <p:transition>
    <p:fade/>
  </p:transition>
  <p:extLst>
    <p:ext uri="{DCECCB84-F9BA-43D5-87BE-67443E8EF086}">
      <p15:sldGuideLst xmlns:p15="http://schemas.microsoft.com/office/powerpoint/2012/main">
        <p15:guide id="1" pos="95">
          <p15:clr>
            <a:srgbClr val="5ACBF0"/>
          </p15:clr>
        </p15:guide>
        <p15:guide id="2" pos="671">
          <p15:clr>
            <a:srgbClr val="5ACBF0"/>
          </p15:clr>
        </p15:guide>
        <p15:guide id="3" pos="1247">
          <p15:clr>
            <a:srgbClr val="5ACBF0"/>
          </p15:clr>
        </p15:guide>
        <p15:guide id="4" pos="1823">
          <p15:clr>
            <a:srgbClr val="5ACBF0"/>
          </p15:clr>
        </p15:guide>
        <p15:guide id="5" pos="2399">
          <p15:clr>
            <a:srgbClr val="5ACBF0"/>
          </p15:clr>
        </p15:guide>
        <p15:guide id="6" pos="2975">
          <p15:clr>
            <a:srgbClr val="5ACBF0"/>
          </p15:clr>
        </p15:guide>
        <p15:guide id="7" pos="3551">
          <p15:clr>
            <a:srgbClr val="5ACBF0"/>
          </p15:clr>
        </p15:guide>
        <p15:guide id="8" pos="4127">
          <p15:clr>
            <a:srgbClr val="5ACBF0"/>
          </p15:clr>
        </p15:guide>
        <p15:guide id="9" pos="4703">
          <p15:clr>
            <a:srgbClr val="5ACBF0"/>
          </p15:clr>
        </p15:guide>
        <p15:guide id="10" pos="5279">
          <p15:clr>
            <a:srgbClr val="5ACBF0"/>
          </p15:clr>
        </p15:guide>
        <p15:guide id="11" pos="5855">
          <p15:clr>
            <a:srgbClr val="5ACBF0"/>
          </p15:clr>
        </p15:guide>
        <p15:guide id="12" pos="6431">
          <p15:clr>
            <a:srgbClr val="5ACBF0"/>
          </p15:clr>
        </p15:guide>
        <p15:guide id="13" pos="7007">
          <p15:clr>
            <a:srgbClr val="5ACBF0"/>
          </p15:clr>
        </p15:guide>
        <p15:guide id="14" pos="7583">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_EXAMPLE ONLY: Title with photo">
    <p:spTree>
      <p:nvGrpSpPr>
        <p:cNvPr id="1" name=""/>
        <p:cNvGrpSpPr/>
        <p:nvPr/>
      </p:nvGrpSpPr>
      <p:grpSpPr>
        <a:xfrm>
          <a:off x="0" y="0"/>
          <a:ext cx="0" cy="0"/>
          <a:chOff x="0" y="0"/>
          <a:chExt cx="0" cy="0"/>
        </a:xfrm>
      </p:grpSpPr>
      <p:pic>
        <p:nvPicPr>
          <p:cNvPr id="8" name="Picture 7"/>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1939" y="200779"/>
            <a:ext cx="1947103" cy="716042"/>
          </a:xfrm>
          <a:prstGeom prst="rect">
            <a:avLst/>
          </a:prstGeom>
        </p:spPr>
      </p:pic>
      <p:sp>
        <p:nvSpPr>
          <p:cNvPr id="17" name="Rectangle 16"/>
          <p:cNvSpPr/>
          <p:nvPr userDrawn="1"/>
        </p:nvSpPr>
        <p:spPr bwMode="gray">
          <a:xfrm>
            <a:off x="150852" y="2057400"/>
            <a:ext cx="5487829" cy="3657600"/>
          </a:xfrm>
          <a:prstGeom prst="rect">
            <a:avLst/>
          </a:prstGeom>
          <a:solidFill>
            <a:schemeClr val="bg2">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09"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 name="Rectangle 11"/>
          <p:cNvSpPr/>
          <p:nvPr/>
        </p:nvSpPr>
        <p:spPr bwMode="gray">
          <a:xfrm>
            <a:off x="150852" y="2057400"/>
            <a:ext cx="5487829" cy="3657600"/>
          </a:xfrm>
          <a:prstGeom prst="rect">
            <a:avLst/>
          </a:prstGeom>
          <a:solidFill>
            <a:schemeClr val="bg2">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09"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 name="Rectangle 12"/>
          <p:cNvSpPr/>
          <p:nvPr/>
        </p:nvSpPr>
        <p:spPr bwMode="gray">
          <a:xfrm>
            <a:off x="150852" y="2057400"/>
            <a:ext cx="5487829" cy="3657600"/>
          </a:xfrm>
          <a:prstGeom prst="rect">
            <a:avLst/>
          </a:prstGeom>
          <a:solidFill>
            <a:schemeClr val="bg2">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09"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bwMode="ltGray">
          <a:xfrm>
            <a:off x="150852" y="2057400"/>
            <a:ext cx="5487829" cy="2743426"/>
          </a:xfrm>
          <a:noFill/>
        </p:spPr>
        <p:txBody>
          <a:bodyPr vert="horz" lIns="137160" tIns="182880" rIns="146304" bIns="91440" rtlCol="0" anchor="t" anchorCtr="0">
            <a:normAutofit/>
          </a:bodyPr>
          <a:lstStyle>
            <a:lvl1pPr>
              <a:defRPr lang="en-US" sz="4400" spc="-98" dirty="0">
                <a:gradFill>
                  <a:gsLst>
                    <a:gs pos="5833">
                      <a:srgbClr val="FFFFFF"/>
                    </a:gs>
                    <a:gs pos="18000">
                      <a:srgbClr val="FFFFFF"/>
                    </a:gs>
                  </a:gsLst>
                  <a:lin ang="5400000" scaled="0"/>
                </a:gradFill>
              </a:defRPr>
            </a:lvl1pPr>
          </a:lstStyle>
          <a:p>
            <a:pPr lvl="0"/>
            <a:r>
              <a:rPr lang="en-US" dirty="0"/>
              <a:t>Presentation title</a:t>
            </a:r>
          </a:p>
        </p:txBody>
      </p:sp>
      <p:sp>
        <p:nvSpPr>
          <p:cNvPr id="4" name="Text Placeholder 3"/>
          <p:cNvSpPr>
            <a:spLocks noGrp="1"/>
          </p:cNvSpPr>
          <p:nvPr>
            <p:ph type="body" sz="quarter" idx="10" hasCustomPrompt="1"/>
          </p:nvPr>
        </p:nvSpPr>
        <p:spPr>
          <a:xfrm>
            <a:off x="150852" y="4800600"/>
            <a:ext cx="5487829" cy="914400"/>
          </a:xfrm>
        </p:spPr>
        <p:txBody>
          <a:bodyPr lIns="137160" tIns="91440">
            <a:noAutofit/>
          </a:bodyPr>
          <a:lstStyle>
            <a:lvl1pPr marL="0" indent="0">
              <a:spcBef>
                <a:spcPts val="0"/>
              </a:spcBef>
              <a:buNone/>
              <a:defRPr sz="2000">
                <a:solidFill>
                  <a:schemeClr val="bg1"/>
                </a:solidFill>
              </a:defRPr>
            </a:lvl1pPr>
            <a:lvl2pPr marL="281674" indent="0">
              <a:buNone/>
              <a:defRPr sz="2000">
                <a:solidFill>
                  <a:schemeClr val="bg1"/>
                </a:solidFill>
              </a:defRPr>
            </a:lvl2pPr>
            <a:lvl3pPr marL="588476" indent="0">
              <a:buNone/>
              <a:defRPr sz="2000">
                <a:solidFill>
                  <a:schemeClr val="bg1"/>
                </a:solidFill>
              </a:defRPr>
            </a:lvl3pPr>
            <a:lvl4pPr marL="870150" indent="0">
              <a:buNone/>
              <a:defRPr sz="2000">
                <a:solidFill>
                  <a:schemeClr val="bg1"/>
                </a:solidFill>
              </a:defRPr>
            </a:lvl4pPr>
            <a:lvl5pPr marL="1105540" indent="0">
              <a:buNone/>
              <a:defRPr sz="2000">
                <a:solidFill>
                  <a:schemeClr val="bg1"/>
                </a:solidFill>
              </a:defRPr>
            </a:lvl5pPr>
          </a:lstStyle>
          <a:p>
            <a:pPr lvl="0"/>
            <a:r>
              <a:rPr lang="en-US" dirty="0"/>
              <a:t>Speaker Name</a:t>
            </a:r>
          </a:p>
        </p:txBody>
      </p:sp>
    </p:spTree>
    <p:extLst>
      <p:ext uri="{BB962C8B-B14F-4D97-AF65-F5344CB8AC3E}">
        <p14:creationId xmlns:p14="http://schemas.microsoft.com/office/powerpoint/2010/main" val="3201680741"/>
      </p:ext>
    </p:extLst>
  </p:cSld>
  <p:clrMapOvr>
    <a:masterClrMapping/>
  </p:clrMapOvr>
  <p:transition>
    <p:fade/>
  </p:transition>
  <p:extLst>
    <p:ext uri="{DCECCB84-F9BA-43D5-87BE-67443E8EF086}">
      <p15:sldGuideLst xmlns:p15="http://schemas.microsoft.com/office/powerpoint/2012/main">
        <p15:guide id="1" pos="95">
          <p15:clr>
            <a:srgbClr val="5ACBF0"/>
          </p15:clr>
        </p15:guide>
        <p15:guide id="2" pos="671">
          <p15:clr>
            <a:srgbClr val="5ACBF0"/>
          </p15:clr>
        </p15:guide>
        <p15:guide id="3" pos="1247">
          <p15:clr>
            <a:srgbClr val="5ACBF0"/>
          </p15:clr>
        </p15:guide>
        <p15:guide id="4" pos="1823">
          <p15:clr>
            <a:srgbClr val="5ACBF0"/>
          </p15:clr>
        </p15:guide>
        <p15:guide id="5" pos="2399">
          <p15:clr>
            <a:srgbClr val="5ACBF0"/>
          </p15:clr>
        </p15:guide>
        <p15:guide id="6" pos="2975">
          <p15:clr>
            <a:srgbClr val="5ACBF0"/>
          </p15:clr>
        </p15:guide>
        <p15:guide id="7" pos="3551">
          <p15:clr>
            <a:srgbClr val="5ACBF0"/>
          </p15:clr>
        </p15:guide>
        <p15:guide id="8" pos="4127">
          <p15:clr>
            <a:srgbClr val="5ACBF0"/>
          </p15:clr>
        </p15:guide>
        <p15:guide id="9" pos="4703">
          <p15:clr>
            <a:srgbClr val="5ACBF0"/>
          </p15:clr>
        </p15:guide>
        <p15:guide id="10" pos="5279">
          <p15:clr>
            <a:srgbClr val="5ACBF0"/>
          </p15:clr>
        </p15:guide>
        <p15:guide id="11" pos="5855">
          <p15:clr>
            <a:srgbClr val="5ACBF0"/>
          </p15:clr>
        </p15:guide>
        <p15:guide id="12" pos="6431">
          <p15:clr>
            <a:srgbClr val="5ACBF0"/>
          </p15:clr>
        </p15:guide>
        <p15:guide id="13" pos="7007">
          <p15:clr>
            <a:srgbClr val="5ACBF0"/>
          </p15:clr>
        </p15:guide>
        <p15:guide id="14" pos="7583">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no photo">
    <p:bg>
      <p:bgPr>
        <a:solidFill>
          <a:schemeClr val="tx2"/>
        </a:solidFill>
        <a:effectLst/>
      </p:bgPr>
    </p:bg>
    <p:spTree>
      <p:nvGrpSpPr>
        <p:cNvPr id="1" name=""/>
        <p:cNvGrpSpPr/>
        <p:nvPr/>
      </p:nvGrpSpPr>
      <p:grpSpPr>
        <a:xfrm>
          <a:off x="0" y="0"/>
          <a:ext cx="0" cy="0"/>
          <a:chOff x="0" y="0"/>
          <a:chExt cx="0" cy="0"/>
        </a:xfrm>
      </p:grpSpPr>
      <p:sp>
        <p:nvSpPr>
          <p:cNvPr id="13" name="Rectangle 12"/>
          <p:cNvSpPr/>
          <p:nvPr/>
        </p:nvSpPr>
        <p:spPr bwMode="gray">
          <a:xfrm>
            <a:off x="150852" y="2057400"/>
            <a:ext cx="5487829" cy="3657600"/>
          </a:xfrm>
          <a:prstGeom prst="rect">
            <a:avLst/>
          </a:prstGeom>
          <a:solidFill>
            <a:schemeClr val="bg2">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09"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bwMode="ltGray">
          <a:xfrm>
            <a:off x="150852" y="2057400"/>
            <a:ext cx="5487829" cy="2743426"/>
          </a:xfrm>
          <a:noFill/>
        </p:spPr>
        <p:txBody>
          <a:bodyPr vert="horz" lIns="137160" tIns="137160" rIns="137160" bIns="137160" rtlCol="0" anchor="t" anchorCtr="0">
            <a:normAutofit/>
          </a:bodyPr>
          <a:lstStyle>
            <a:lvl1pPr>
              <a:defRPr lang="en-US" sz="4400" spc="-98" dirty="0">
                <a:gradFill>
                  <a:gsLst>
                    <a:gs pos="5833">
                      <a:srgbClr val="FFFFFF"/>
                    </a:gs>
                    <a:gs pos="18000">
                      <a:srgbClr val="FFFFFF"/>
                    </a:gs>
                  </a:gsLst>
                  <a:lin ang="5400000" scaled="0"/>
                </a:gradFill>
              </a:defRPr>
            </a:lvl1pPr>
          </a:lstStyle>
          <a:p>
            <a:pPr lvl="0"/>
            <a:r>
              <a:rPr lang="en-US" dirty="0"/>
              <a:t>Presentation title</a:t>
            </a:r>
          </a:p>
        </p:txBody>
      </p:sp>
      <p:sp>
        <p:nvSpPr>
          <p:cNvPr id="4" name="Text Placeholder 3"/>
          <p:cNvSpPr>
            <a:spLocks noGrp="1"/>
          </p:cNvSpPr>
          <p:nvPr>
            <p:ph type="body" sz="quarter" idx="10" hasCustomPrompt="1"/>
          </p:nvPr>
        </p:nvSpPr>
        <p:spPr>
          <a:xfrm>
            <a:off x="150852" y="4800600"/>
            <a:ext cx="5487829" cy="914400"/>
          </a:xfrm>
        </p:spPr>
        <p:txBody>
          <a:bodyPr lIns="137160" tIns="137160" rIns="137160" bIns="137160">
            <a:noAutofit/>
          </a:bodyPr>
          <a:lstStyle>
            <a:lvl1pPr marL="0" indent="0">
              <a:spcBef>
                <a:spcPts val="0"/>
              </a:spcBef>
              <a:buNone/>
              <a:defRPr sz="2000">
                <a:solidFill>
                  <a:schemeClr val="bg1"/>
                </a:solidFill>
              </a:defRPr>
            </a:lvl1pPr>
            <a:lvl2pPr marL="281674" indent="0">
              <a:buNone/>
              <a:defRPr sz="2000">
                <a:solidFill>
                  <a:schemeClr val="bg1"/>
                </a:solidFill>
              </a:defRPr>
            </a:lvl2pPr>
            <a:lvl3pPr marL="588476" indent="0">
              <a:buNone/>
              <a:defRPr sz="2000">
                <a:solidFill>
                  <a:schemeClr val="bg1"/>
                </a:solidFill>
              </a:defRPr>
            </a:lvl3pPr>
            <a:lvl4pPr marL="870150" indent="0">
              <a:buNone/>
              <a:defRPr sz="2000">
                <a:solidFill>
                  <a:schemeClr val="bg1"/>
                </a:solidFill>
              </a:defRPr>
            </a:lvl4pPr>
            <a:lvl5pPr marL="1105540" indent="0">
              <a:buNone/>
              <a:defRPr sz="2000">
                <a:solidFill>
                  <a:schemeClr val="bg1"/>
                </a:solidFill>
              </a:defRPr>
            </a:lvl5pPr>
          </a:lstStyle>
          <a:p>
            <a:pPr lvl="0"/>
            <a:r>
              <a:rPr lang="en-US" dirty="0"/>
              <a:t>Speaker Name</a:t>
            </a:r>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940" y="200779"/>
            <a:ext cx="1947100" cy="716042"/>
          </a:xfrm>
          <a:prstGeom prst="rect">
            <a:avLst/>
          </a:prstGeom>
        </p:spPr>
      </p:pic>
    </p:spTree>
    <p:extLst>
      <p:ext uri="{BB962C8B-B14F-4D97-AF65-F5344CB8AC3E}">
        <p14:creationId xmlns:p14="http://schemas.microsoft.com/office/powerpoint/2010/main" val="1023433374"/>
      </p:ext>
    </p:extLst>
  </p:cSld>
  <p:clrMapOvr>
    <a:masterClrMapping/>
  </p:clrMapOvr>
  <p:transition>
    <p:fade/>
  </p:transition>
  <p:extLst>
    <p:ext uri="{DCECCB84-F9BA-43D5-87BE-67443E8EF086}">
      <p15:sldGuideLst xmlns:p15="http://schemas.microsoft.com/office/powerpoint/2012/main">
        <p15:guide id="1" pos="95">
          <p15:clr>
            <a:srgbClr val="5ACBF0"/>
          </p15:clr>
        </p15:guide>
        <p15:guide id="2" pos="671">
          <p15:clr>
            <a:srgbClr val="5ACBF0"/>
          </p15:clr>
        </p15:guide>
        <p15:guide id="3" pos="1247">
          <p15:clr>
            <a:srgbClr val="5ACBF0"/>
          </p15:clr>
        </p15:guide>
        <p15:guide id="4" pos="1823">
          <p15:clr>
            <a:srgbClr val="5ACBF0"/>
          </p15:clr>
        </p15:guide>
        <p15:guide id="5" pos="2399">
          <p15:clr>
            <a:srgbClr val="5ACBF0"/>
          </p15:clr>
        </p15:guide>
        <p15:guide id="6" pos="2975">
          <p15:clr>
            <a:srgbClr val="5ACBF0"/>
          </p15:clr>
        </p15:guide>
        <p15:guide id="7" pos="3551">
          <p15:clr>
            <a:srgbClr val="5ACBF0"/>
          </p15:clr>
        </p15:guide>
        <p15:guide id="8" pos="4127">
          <p15:clr>
            <a:srgbClr val="5ACBF0"/>
          </p15:clr>
        </p15:guide>
        <p15:guide id="9" pos="4703">
          <p15:clr>
            <a:srgbClr val="5ACBF0"/>
          </p15:clr>
        </p15:guide>
        <p15:guide id="10" pos="5279">
          <p15:clr>
            <a:srgbClr val="5ACBF0"/>
          </p15:clr>
        </p15:guide>
        <p15:guide id="11" pos="5855">
          <p15:clr>
            <a:srgbClr val="5ACBF0"/>
          </p15:clr>
        </p15:guide>
        <p15:guide id="12" pos="6431">
          <p15:clr>
            <a:srgbClr val="5ACBF0"/>
          </p15:clr>
        </p15:guide>
        <p15:guide id="13" pos="7007">
          <p15:clr>
            <a:srgbClr val="5ACBF0"/>
          </p15:clr>
        </p15:guide>
        <p15:guide id="14" pos="7583">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a:lvl1pPr>
          </a:lstStyle>
          <a:p>
            <a:r>
              <a:rPr lang="en-US"/>
              <a:t>Click to edit Master title style</a:t>
            </a:r>
            <a:endParaRPr lang="en-US" dirty="0"/>
          </a:p>
        </p:txBody>
      </p:sp>
      <p:sp>
        <p:nvSpPr>
          <p:cNvPr id="6" name="Text Placeholder 5"/>
          <p:cNvSpPr>
            <a:spLocks noGrp="1"/>
          </p:cNvSpPr>
          <p:nvPr>
            <p:ph type="body" sz="quarter" idx="13" hasCustomPrompt="1"/>
          </p:nvPr>
        </p:nvSpPr>
        <p:spPr>
          <a:xfrm>
            <a:off x="1" y="573605"/>
            <a:ext cx="12192000" cy="373063"/>
          </a:xfrm>
          <a:prstGeom prst="rect">
            <a:avLst/>
          </a:prstGeom>
        </p:spPr>
        <p:txBody>
          <a:bodyPr lIns="320040" tIns="53325" rIns="53325" bIns="53325">
            <a:noAutofit/>
          </a:bodyPr>
          <a:lstStyle>
            <a:lvl1pPr marL="0" indent="0">
              <a:buNone/>
              <a:defRPr sz="2800">
                <a:solidFill>
                  <a:schemeClr val="tx1"/>
                </a:solidFill>
                <a:latin typeface="Segoe UI Light" pitchFamily="34" charset="0"/>
              </a:defRPr>
            </a:lvl1pPr>
            <a:lvl2pPr marL="281674" indent="0">
              <a:buNone/>
              <a:defRPr/>
            </a:lvl2pPr>
            <a:lvl3pPr marL="588476" indent="0">
              <a:buNone/>
              <a:defRPr/>
            </a:lvl3pPr>
            <a:lvl4pPr marL="870150" indent="0">
              <a:buNone/>
              <a:defRPr/>
            </a:lvl4pPr>
            <a:lvl5pPr marL="1105540" indent="0">
              <a:buNone/>
              <a:defRPr/>
            </a:lvl5pPr>
          </a:lstStyle>
          <a:p>
            <a:pPr lvl="0"/>
            <a:r>
              <a:rPr lang="en-US" dirty="0"/>
              <a:t>Click to add subtitle</a:t>
            </a:r>
          </a:p>
        </p:txBody>
      </p:sp>
      <p:sp>
        <p:nvSpPr>
          <p:cNvPr id="16" name="Text Placeholder 15"/>
          <p:cNvSpPr>
            <a:spLocks noGrp="1"/>
          </p:cNvSpPr>
          <p:nvPr>
            <p:ph type="body" sz="quarter" idx="14"/>
          </p:nvPr>
        </p:nvSpPr>
        <p:spPr>
          <a:xfrm>
            <a:off x="150853" y="1600200"/>
            <a:ext cx="11890296" cy="45770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Slide Number Placeholder 18"/>
          <p:cNvSpPr>
            <a:spLocks noGrp="1"/>
          </p:cNvSpPr>
          <p:nvPr>
            <p:ph type="sldNum" sz="quarter" idx="15"/>
          </p:nvPr>
        </p:nvSpPr>
        <p:spPr/>
        <p:txBody>
          <a:bodyPr/>
          <a:lstStyle/>
          <a:p>
            <a:fld id="{FAADACFB-7C71-4E89-89D2-7BBA40B7BFA9}" type="slidenum">
              <a:rPr lang="en-US" smtClean="0">
                <a:solidFill>
                  <a:srgbClr val="505050"/>
                </a:solidFill>
              </a:rPr>
              <a:pPr/>
              <a:t>‹#›</a:t>
            </a:fld>
            <a:endParaRPr lang="en-US" dirty="0">
              <a:solidFill>
                <a:srgbClr val="505050"/>
              </a:solidFill>
            </a:endParaRPr>
          </a:p>
        </p:txBody>
      </p:sp>
    </p:spTree>
    <p:extLst>
      <p:ext uri="{BB962C8B-B14F-4D97-AF65-F5344CB8AC3E}">
        <p14:creationId xmlns:p14="http://schemas.microsoft.com/office/powerpoint/2010/main" val="281885912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a:lvl1pPr>
          </a:lstStyle>
          <a:p>
            <a:r>
              <a:rPr lang="en-US"/>
              <a:t>Click to edit Master title style</a:t>
            </a:r>
            <a:endParaRPr lang="en-US" dirty="0"/>
          </a:p>
        </p:txBody>
      </p:sp>
      <p:sp>
        <p:nvSpPr>
          <p:cNvPr id="6" name="Text Placeholder 5"/>
          <p:cNvSpPr>
            <a:spLocks noGrp="1"/>
          </p:cNvSpPr>
          <p:nvPr>
            <p:ph type="body" sz="quarter" idx="13" hasCustomPrompt="1"/>
          </p:nvPr>
        </p:nvSpPr>
        <p:spPr>
          <a:xfrm>
            <a:off x="1" y="573605"/>
            <a:ext cx="12192000" cy="373063"/>
          </a:xfrm>
          <a:prstGeom prst="rect">
            <a:avLst/>
          </a:prstGeom>
        </p:spPr>
        <p:txBody>
          <a:bodyPr lIns="320040" tIns="53325" rIns="53325" bIns="53325">
            <a:noAutofit/>
          </a:bodyPr>
          <a:lstStyle>
            <a:lvl1pPr marL="0" indent="0">
              <a:buNone/>
              <a:defRPr sz="2800">
                <a:solidFill>
                  <a:schemeClr val="tx1"/>
                </a:solidFill>
                <a:latin typeface="Segoe UI Light" pitchFamily="34" charset="0"/>
              </a:defRPr>
            </a:lvl1pPr>
            <a:lvl2pPr marL="281674" indent="0">
              <a:buNone/>
              <a:defRPr/>
            </a:lvl2pPr>
            <a:lvl3pPr marL="588476" indent="0">
              <a:buNone/>
              <a:defRPr/>
            </a:lvl3pPr>
            <a:lvl4pPr marL="870150" indent="0">
              <a:buNone/>
              <a:defRPr/>
            </a:lvl4pPr>
            <a:lvl5pPr marL="1105540" indent="0">
              <a:buNone/>
              <a:defRPr/>
            </a:lvl5pPr>
          </a:lstStyle>
          <a:p>
            <a:pPr lvl="0"/>
            <a:r>
              <a:rPr lang="en-US" dirty="0"/>
              <a:t>Click to add subtitle</a:t>
            </a:r>
          </a:p>
        </p:txBody>
      </p:sp>
      <p:sp>
        <p:nvSpPr>
          <p:cNvPr id="3" name="Slide Number Placeholder 2"/>
          <p:cNvSpPr>
            <a:spLocks noGrp="1"/>
          </p:cNvSpPr>
          <p:nvPr>
            <p:ph type="sldNum" sz="quarter" idx="14"/>
          </p:nvPr>
        </p:nvSpPr>
        <p:spPr/>
        <p:txBody>
          <a:bodyPr/>
          <a:lstStyle/>
          <a:p>
            <a:fld id="{FAADACFB-7C71-4E89-89D2-7BBA40B7BFA9}" type="slidenum">
              <a:rPr lang="en-US" smtClean="0">
                <a:solidFill>
                  <a:srgbClr val="505050"/>
                </a:solidFill>
              </a:rPr>
              <a:pPr/>
              <a:t>‹#›</a:t>
            </a:fld>
            <a:endParaRPr lang="en-US" dirty="0">
              <a:solidFill>
                <a:srgbClr val="505050"/>
              </a:solidFill>
            </a:endParaRPr>
          </a:p>
        </p:txBody>
      </p:sp>
    </p:spTree>
    <p:extLst>
      <p:ext uri="{BB962C8B-B14F-4D97-AF65-F5344CB8AC3E}">
        <p14:creationId xmlns:p14="http://schemas.microsoft.com/office/powerpoint/2010/main" val="418940061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a:lvl1pPr>
          </a:lstStyle>
          <a:p>
            <a:r>
              <a:rPr lang="en-US"/>
              <a:t>Click to edit Master title style</a:t>
            </a:r>
            <a:endParaRPr lang="en-US" dirty="0"/>
          </a:p>
        </p:txBody>
      </p:sp>
      <p:sp>
        <p:nvSpPr>
          <p:cNvPr id="3" name="Slide Number Placeholder 2"/>
          <p:cNvSpPr>
            <a:spLocks noGrp="1"/>
          </p:cNvSpPr>
          <p:nvPr>
            <p:ph type="sldNum" sz="quarter" idx="14"/>
          </p:nvPr>
        </p:nvSpPr>
        <p:spPr/>
        <p:txBody>
          <a:bodyPr/>
          <a:lstStyle/>
          <a:p>
            <a:fld id="{FAADACFB-7C71-4E89-89D2-7BBA40B7BFA9}" type="slidenum">
              <a:rPr lang="en-US" smtClean="0">
                <a:solidFill>
                  <a:srgbClr val="505050"/>
                </a:solidFill>
              </a:rPr>
              <a:pPr/>
              <a:t>‹#›</a:t>
            </a:fld>
            <a:endParaRPr lang="en-US" dirty="0">
              <a:solidFill>
                <a:srgbClr val="505050"/>
              </a:solidFill>
            </a:endParaRPr>
          </a:p>
        </p:txBody>
      </p:sp>
    </p:spTree>
    <p:extLst>
      <p:ext uri="{BB962C8B-B14F-4D97-AF65-F5344CB8AC3E}">
        <p14:creationId xmlns:p14="http://schemas.microsoft.com/office/powerpoint/2010/main" val="807527836"/>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veloper code">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a:lvl1pPr>
          </a:lstStyle>
          <a:p>
            <a:r>
              <a:rPr lang="en-US"/>
              <a:t>Click to edit Master title style</a:t>
            </a:r>
            <a:endParaRPr lang="en-US" dirty="0"/>
          </a:p>
        </p:txBody>
      </p:sp>
      <p:sp>
        <p:nvSpPr>
          <p:cNvPr id="4" name="Text Placeholder 3"/>
          <p:cNvSpPr>
            <a:spLocks noGrp="1"/>
          </p:cNvSpPr>
          <p:nvPr>
            <p:ph type="body" sz="quarter" idx="15" hasCustomPrompt="1"/>
          </p:nvPr>
        </p:nvSpPr>
        <p:spPr>
          <a:xfrm>
            <a:off x="150853" y="1600200"/>
            <a:ext cx="11890296" cy="4495800"/>
          </a:xfrm>
          <a:prstGeom prst="rect">
            <a:avLst/>
          </a:prstGeom>
        </p:spPr>
        <p:txBody>
          <a:bodyPr/>
          <a:lstStyle>
            <a:lvl1pPr marL="0" indent="0">
              <a:buNone/>
              <a:defRPr>
                <a:solidFill>
                  <a:schemeClr val="tx1"/>
                </a:solidFill>
                <a:latin typeface="Courier New" pitchFamily="49" charset="0"/>
                <a:cs typeface="Courier New" pitchFamily="49" charset="0"/>
              </a:defRPr>
            </a:lvl1pPr>
            <a:lvl2pPr marL="281674" indent="0">
              <a:buNone/>
              <a:defRPr>
                <a:solidFill>
                  <a:schemeClr val="tx1"/>
                </a:solidFill>
                <a:latin typeface="Courier New" pitchFamily="49" charset="0"/>
                <a:cs typeface="Courier New" pitchFamily="49" charset="0"/>
              </a:defRPr>
            </a:lvl2pPr>
            <a:lvl3pPr marL="588476" indent="0">
              <a:buNone/>
              <a:defRPr>
                <a:solidFill>
                  <a:schemeClr val="tx1"/>
                </a:solidFill>
                <a:latin typeface="Courier New" pitchFamily="49" charset="0"/>
                <a:cs typeface="Courier New" pitchFamily="49" charset="0"/>
              </a:defRPr>
            </a:lvl3pPr>
            <a:lvl4pPr marL="870150" indent="0">
              <a:buNone/>
              <a:defRPr>
                <a:solidFill>
                  <a:schemeClr val="tx1"/>
                </a:solidFill>
                <a:latin typeface="Courier New" pitchFamily="49" charset="0"/>
                <a:cs typeface="Courier New" pitchFamily="49" charset="0"/>
              </a:defRPr>
            </a:lvl4pPr>
            <a:lvl5pPr marL="1105540" indent="0">
              <a:buNone/>
              <a:defRPr>
                <a:solidFill>
                  <a:schemeClr val="tx1"/>
                </a:solidFill>
                <a:latin typeface="Courier New" pitchFamily="49" charset="0"/>
                <a:cs typeface="Courier New" pitchFamily="49" charset="0"/>
              </a:defRPr>
            </a:lvl5pPr>
          </a:lstStyle>
          <a:p>
            <a:pPr lvl="0"/>
            <a:r>
              <a:rPr lang="en-US" dirty="0"/>
              <a:t>Click to add developer code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5"/>
          <p:cNvSpPr>
            <a:spLocks noGrp="1"/>
          </p:cNvSpPr>
          <p:nvPr>
            <p:ph type="body" sz="quarter" idx="12" hasCustomPrompt="1"/>
          </p:nvPr>
        </p:nvSpPr>
        <p:spPr>
          <a:xfrm>
            <a:off x="1" y="573605"/>
            <a:ext cx="12192000" cy="373063"/>
          </a:xfrm>
          <a:prstGeom prst="rect">
            <a:avLst/>
          </a:prstGeom>
        </p:spPr>
        <p:txBody>
          <a:bodyPr lIns="320040" tIns="53325" rIns="53325" bIns="53325">
            <a:noAutofit/>
          </a:bodyPr>
          <a:lstStyle>
            <a:lvl1pPr marL="0" indent="0">
              <a:buNone/>
              <a:defRPr sz="2800">
                <a:solidFill>
                  <a:schemeClr val="tx1"/>
                </a:solidFill>
                <a:latin typeface="Segoe UI Light" pitchFamily="34" charset="0"/>
              </a:defRPr>
            </a:lvl1pPr>
            <a:lvl2pPr marL="281674" indent="0">
              <a:buNone/>
              <a:defRPr/>
            </a:lvl2pPr>
            <a:lvl3pPr marL="588476" indent="0">
              <a:buNone/>
              <a:defRPr/>
            </a:lvl3pPr>
            <a:lvl4pPr marL="870150" indent="0">
              <a:buNone/>
              <a:defRPr/>
            </a:lvl4pPr>
            <a:lvl5pPr marL="1105540" indent="0">
              <a:buNone/>
              <a:defRPr/>
            </a:lvl5pPr>
          </a:lstStyle>
          <a:p>
            <a:pPr lvl="0"/>
            <a:r>
              <a:rPr lang="en-US" dirty="0"/>
              <a:t>Click to add subtitle</a:t>
            </a:r>
          </a:p>
        </p:txBody>
      </p:sp>
      <p:sp>
        <p:nvSpPr>
          <p:cNvPr id="10" name="Slide Number Placeholder 9"/>
          <p:cNvSpPr>
            <a:spLocks noGrp="1"/>
          </p:cNvSpPr>
          <p:nvPr>
            <p:ph type="sldNum" sz="quarter" idx="17"/>
          </p:nvPr>
        </p:nvSpPr>
        <p:spPr/>
        <p:txBody>
          <a:bodyPr/>
          <a:lstStyle/>
          <a:p>
            <a:fld id="{FAADACFB-7C71-4E89-89D2-7BBA40B7BFA9}" type="slidenum">
              <a:rPr lang="en-US" smtClean="0">
                <a:solidFill>
                  <a:srgbClr val="505050"/>
                </a:solidFill>
              </a:rPr>
              <a:pPr/>
              <a:t>‹#›</a:t>
            </a:fld>
            <a:endParaRPr lang="en-US" dirty="0">
              <a:solidFill>
                <a:srgbClr val="505050"/>
              </a:solidFill>
            </a:endParaRPr>
          </a:p>
        </p:txBody>
      </p:sp>
    </p:spTree>
    <p:extLst>
      <p:ext uri="{BB962C8B-B14F-4D97-AF65-F5344CB8AC3E}">
        <p14:creationId xmlns:p14="http://schemas.microsoft.com/office/powerpoint/2010/main" val="1228641709"/>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FAADACFB-7C71-4E89-89D2-7BBA40B7BFA9}" type="slidenum">
              <a:rPr lang="en-US" smtClean="0">
                <a:solidFill>
                  <a:srgbClr val="505050"/>
                </a:solidFill>
              </a:rPr>
              <a:pPr/>
              <a:t>‹#›</a:t>
            </a:fld>
            <a:endParaRPr lang="en-US" dirty="0">
              <a:solidFill>
                <a:srgbClr val="505050"/>
              </a:solidFill>
            </a:endParaRPr>
          </a:p>
        </p:txBody>
      </p:sp>
    </p:spTree>
    <p:extLst>
      <p:ext uri="{BB962C8B-B14F-4D97-AF65-F5344CB8AC3E}">
        <p14:creationId xmlns:p14="http://schemas.microsoft.com/office/powerpoint/2010/main" val="131462825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6" name="Rectangle 5"/>
          <p:cNvSpPr/>
          <p:nvPr/>
        </p:nvSpPr>
        <p:spPr bwMode="auto">
          <a:xfrm>
            <a:off x="150852" y="1143000"/>
            <a:ext cx="10061020" cy="273427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09"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p:cNvSpPr/>
          <p:nvPr/>
        </p:nvSpPr>
        <p:spPr bwMode="auto">
          <a:xfrm>
            <a:off x="150852" y="1143000"/>
            <a:ext cx="10061020" cy="273427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09"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150853" y="1143001"/>
            <a:ext cx="10061019" cy="2734277"/>
          </a:xfrm>
          <a:noFill/>
        </p:spPr>
        <p:txBody>
          <a:bodyPr lIns="137160" tIns="137160" rIns="137160" bIns="137160" anchor="t" anchorCtr="0"/>
          <a:lstStyle>
            <a:lvl1pPr>
              <a:defRPr sz="7100" spc="-98" baseline="0">
                <a:gradFill>
                  <a:gsLst>
                    <a:gs pos="5833">
                      <a:srgbClr val="FFFFFF"/>
                    </a:gs>
                    <a:gs pos="18000">
                      <a:srgbClr val="FFFFFF"/>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150851" y="3877277"/>
            <a:ext cx="10061021" cy="1837723"/>
          </a:xfrm>
          <a:noFill/>
        </p:spPr>
        <p:txBody>
          <a:bodyPr lIns="137160" tIns="137160" rIns="137160" bIns="137160">
            <a:noAutofit/>
          </a:bodyPr>
          <a:lstStyle>
            <a:lvl1pPr marL="0" indent="0">
              <a:spcBef>
                <a:spcPts val="0"/>
              </a:spcBef>
              <a:buNone/>
              <a:defRPr sz="2800" spc="0" baseline="0">
                <a:gradFill>
                  <a:gsLst>
                    <a:gs pos="0">
                      <a:schemeClr val="tx1">
                        <a:lumMod val="75000"/>
                        <a:lumOff val="25000"/>
                      </a:schemeClr>
                    </a:gs>
                    <a:gs pos="100000">
                      <a:schemeClr val="tx1">
                        <a:lumMod val="75000"/>
                        <a:lumOff val="25000"/>
                      </a:schemeClr>
                    </a:gs>
                  </a:gsLst>
                  <a:lin ang="5400000" scaled="0"/>
                </a:gradFill>
                <a:latin typeface="+mn-lt"/>
              </a:defRPr>
            </a:lvl1pPr>
          </a:lstStyle>
          <a:p>
            <a:pPr lvl="0"/>
            <a:r>
              <a:rPr lang="en-US" dirty="0"/>
              <a:t>Speaker Name</a:t>
            </a:r>
          </a:p>
        </p:txBody>
      </p:sp>
      <p:sp>
        <p:nvSpPr>
          <p:cNvPr id="7" name="Rectangle 6"/>
          <p:cNvSpPr/>
          <p:nvPr userDrawn="1"/>
        </p:nvSpPr>
        <p:spPr bwMode="auto">
          <a:xfrm>
            <a:off x="150852" y="1143000"/>
            <a:ext cx="10061020" cy="273427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09"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261924354"/>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Video slide">
    <p:spTree>
      <p:nvGrpSpPr>
        <p:cNvPr id="1" name=""/>
        <p:cNvGrpSpPr/>
        <p:nvPr/>
      </p:nvGrpSpPr>
      <p:grpSpPr>
        <a:xfrm>
          <a:off x="0" y="0"/>
          <a:ext cx="0" cy="0"/>
          <a:chOff x="0" y="0"/>
          <a:chExt cx="0" cy="0"/>
        </a:xfrm>
      </p:grpSpPr>
      <p:sp>
        <p:nvSpPr>
          <p:cNvPr id="6" name="Rectangle 5"/>
          <p:cNvSpPr/>
          <p:nvPr/>
        </p:nvSpPr>
        <p:spPr bwMode="auto">
          <a:xfrm>
            <a:off x="150853" y="1143000"/>
            <a:ext cx="10061019" cy="27432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09"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Rectangle 3"/>
          <p:cNvSpPr/>
          <p:nvPr/>
        </p:nvSpPr>
        <p:spPr bwMode="auto">
          <a:xfrm>
            <a:off x="150853" y="1143000"/>
            <a:ext cx="10061019" cy="27432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09"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150853" y="1143000"/>
            <a:ext cx="10061019" cy="2734277"/>
          </a:xfrm>
          <a:noFill/>
        </p:spPr>
        <p:txBody>
          <a:bodyPr lIns="137160" tIns="137160" rIns="137160" bIns="137160" anchor="t" anchorCtr="0"/>
          <a:lstStyle>
            <a:lvl1pPr>
              <a:defRPr sz="7100" spc="-98" baseline="0">
                <a:gradFill>
                  <a:gsLst>
                    <a:gs pos="5833">
                      <a:srgbClr val="FFFFFF"/>
                    </a:gs>
                    <a:gs pos="18000">
                      <a:srgbClr val="FFFFFF"/>
                    </a:gs>
                  </a:gsLst>
                  <a:lin ang="5400000" scaled="0"/>
                </a:gradFill>
              </a:defRPr>
            </a:lvl1pPr>
          </a:lstStyle>
          <a:p>
            <a:r>
              <a:rPr lang="en-US" dirty="0"/>
              <a:t>Video title</a:t>
            </a:r>
          </a:p>
        </p:txBody>
      </p:sp>
      <p:sp>
        <p:nvSpPr>
          <p:cNvPr id="5" name="Text Placeholder 4"/>
          <p:cNvSpPr>
            <a:spLocks noGrp="1"/>
          </p:cNvSpPr>
          <p:nvPr>
            <p:ph type="body" sz="quarter" idx="12" hasCustomPrompt="1"/>
          </p:nvPr>
        </p:nvSpPr>
        <p:spPr>
          <a:xfrm>
            <a:off x="150852" y="3886200"/>
            <a:ext cx="10061020" cy="1828800"/>
          </a:xfrm>
          <a:noFill/>
        </p:spPr>
        <p:txBody>
          <a:bodyPr lIns="137160" tIns="137160" rIns="137160" bIns="137160">
            <a:noAutofit/>
          </a:bodyPr>
          <a:lstStyle>
            <a:lvl1pPr marL="0" indent="0">
              <a:spcBef>
                <a:spcPts val="0"/>
              </a:spcBef>
              <a:buNone/>
              <a:defRPr sz="2800" spc="0" baseline="0">
                <a:gradFill>
                  <a:gsLst>
                    <a:gs pos="0">
                      <a:schemeClr val="tx1">
                        <a:lumMod val="75000"/>
                        <a:lumOff val="25000"/>
                      </a:schemeClr>
                    </a:gs>
                    <a:gs pos="100000">
                      <a:schemeClr val="tx1">
                        <a:lumMod val="75000"/>
                        <a:lumOff val="25000"/>
                      </a:schemeClr>
                    </a:gs>
                  </a:gsLst>
                  <a:lin ang="5400000" scaled="0"/>
                </a:gradFill>
                <a:latin typeface="+mn-lt"/>
              </a:defRPr>
            </a:lvl1pPr>
          </a:lstStyle>
          <a:p>
            <a:pPr lvl="0"/>
            <a:r>
              <a:rPr lang="en-US" dirty="0"/>
              <a:t>Speaker Name</a:t>
            </a:r>
          </a:p>
        </p:txBody>
      </p:sp>
      <p:sp>
        <p:nvSpPr>
          <p:cNvPr id="7" name="Rectangle 6"/>
          <p:cNvSpPr/>
          <p:nvPr userDrawn="1"/>
        </p:nvSpPr>
        <p:spPr bwMode="auto">
          <a:xfrm>
            <a:off x="150853" y="1143000"/>
            <a:ext cx="10061019" cy="27432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algn="ctr" defTabSz="914009"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101513762"/>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Title Accent Color 1">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0853" y="2057401"/>
            <a:ext cx="11890296" cy="1822988"/>
          </a:xfrm>
          <a:noFill/>
        </p:spPr>
        <p:txBody>
          <a:bodyPr lIns="137160" tIns="137160" rIns="137160" bIns="137160" anchor="t" anchorCtr="0"/>
          <a:lstStyle>
            <a:lvl1pPr>
              <a:defRPr sz="8600" spc="-98" baseline="0">
                <a:gradFill>
                  <a:gsLst>
                    <a:gs pos="100000">
                      <a:schemeClr val="tx1"/>
                    </a:gs>
                    <a:gs pos="0">
                      <a:schemeClr val="tx1"/>
                    </a:gs>
                  </a:gsLst>
                  <a:lin ang="5400000" scaled="0"/>
                </a:gradFill>
              </a:defRPr>
            </a:lvl1pPr>
          </a:lstStyle>
          <a:p>
            <a:r>
              <a:rPr lang="en-US" dirty="0"/>
              <a:t>Section title</a:t>
            </a:r>
          </a:p>
        </p:txBody>
      </p:sp>
      <p:sp>
        <p:nvSpPr>
          <p:cNvPr id="3" name="Text Placeholder 10"/>
          <p:cNvSpPr>
            <a:spLocks noGrp="1"/>
          </p:cNvSpPr>
          <p:nvPr>
            <p:ph type="body" sz="quarter" idx="14"/>
          </p:nvPr>
        </p:nvSpPr>
        <p:spPr>
          <a:xfrm>
            <a:off x="150852" y="3886200"/>
            <a:ext cx="6402467" cy="2590800"/>
          </a:xfrm>
          <a:prstGeom prst="rect">
            <a:avLst/>
          </a:prstGeom>
        </p:spPr>
        <p:txBody>
          <a:bodyPr lIns="137160" tIns="137160" rIns="137160" bIns="137160">
            <a:noAutofit/>
          </a:bodyPr>
          <a:lstStyle>
            <a:lvl1pPr marL="190428" indent="-190428">
              <a:lnSpc>
                <a:spcPct val="80000"/>
              </a:lnSpc>
              <a:buNone/>
              <a:defRPr lang="en-US" sz="2000" kern="1200" dirty="0">
                <a:solidFill>
                  <a:srgbClr val="FFFFFF"/>
                </a:solidFill>
                <a:latin typeface="Segoe UI" pitchFamily="34" charset="0"/>
                <a:ea typeface="Segoe UI" pitchFamily="34" charset="0"/>
                <a:cs typeface="Segoe UI" pitchFamily="34" charset="0"/>
              </a:defRPr>
            </a:lvl1pPr>
          </a:lstStyle>
          <a:p>
            <a:pPr marL="0" lvl="0" indent="0" algn="l" defTabSz="1088105" rtl="0" eaLnBrk="1" latinLnBrk="0" hangingPunct="1">
              <a:spcBef>
                <a:spcPct val="20000"/>
              </a:spcBef>
              <a:buClr>
                <a:srgbClr val="0072C6"/>
              </a:buClr>
              <a:buSzPct val="100000"/>
            </a:pPr>
            <a:r>
              <a:rPr lang="en-US"/>
              <a:t>Click to edit Master text styles</a:t>
            </a:r>
          </a:p>
        </p:txBody>
      </p:sp>
    </p:spTree>
    <p:extLst>
      <p:ext uri="{BB962C8B-B14F-4D97-AF65-F5344CB8AC3E}">
        <p14:creationId xmlns:p14="http://schemas.microsoft.com/office/powerpoint/2010/main" val="2476302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Section Title Accent Color 1">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0853" y="2057401"/>
            <a:ext cx="11890296" cy="1822988"/>
          </a:xfrm>
          <a:noFill/>
        </p:spPr>
        <p:txBody>
          <a:bodyPr lIns="137160" tIns="137160" rIns="137160" bIns="137160" anchor="t" anchorCtr="0"/>
          <a:lstStyle>
            <a:lvl1pPr>
              <a:defRPr sz="8600" spc="-98" baseline="0">
                <a:gradFill>
                  <a:gsLst>
                    <a:gs pos="100000">
                      <a:schemeClr val="tx1"/>
                    </a:gs>
                    <a:gs pos="0">
                      <a:schemeClr val="tx1"/>
                    </a:gs>
                  </a:gsLst>
                  <a:lin ang="5400000" scaled="0"/>
                </a:gradFill>
              </a:defRPr>
            </a:lvl1pPr>
          </a:lstStyle>
          <a:p>
            <a:r>
              <a:rPr lang="en-US" dirty="0"/>
              <a:t>Section title</a:t>
            </a:r>
          </a:p>
        </p:txBody>
      </p:sp>
      <p:sp>
        <p:nvSpPr>
          <p:cNvPr id="3" name="Text Placeholder 10"/>
          <p:cNvSpPr>
            <a:spLocks noGrp="1"/>
          </p:cNvSpPr>
          <p:nvPr>
            <p:ph type="body" sz="quarter" idx="14"/>
          </p:nvPr>
        </p:nvSpPr>
        <p:spPr>
          <a:xfrm>
            <a:off x="150852" y="3886200"/>
            <a:ext cx="6402467" cy="2590800"/>
          </a:xfrm>
          <a:prstGeom prst="rect">
            <a:avLst/>
          </a:prstGeom>
        </p:spPr>
        <p:txBody>
          <a:bodyPr lIns="137160" tIns="137160" rIns="137160" bIns="137160">
            <a:noAutofit/>
          </a:bodyPr>
          <a:lstStyle>
            <a:lvl1pPr marL="190428" indent="-190428">
              <a:lnSpc>
                <a:spcPct val="80000"/>
              </a:lnSpc>
              <a:buNone/>
              <a:defRPr lang="en-US" sz="2000" kern="1200" dirty="0">
                <a:solidFill>
                  <a:srgbClr val="FFFFFF"/>
                </a:solidFill>
                <a:latin typeface="Segoe UI" pitchFamily="34" charset="0"/>
                <a:ea typeface="Segoe UI" pitchFamily="34" charset="0"/>
                <a:cs typeface="Segoe UI" pitchFamily="34" charset="0"/>
              </a:defRPr>
            </a:lvl1pPr>
          </a:lstStyle>
          <a:p>
            <a:pPr marL="0" lvl="0" indent="0" algn="l" defTabSz="1088105" rtl="0" eaLnBrk="1" latinLnBrk="0" hangingPunct="1">
              <a:spcBef>
                <a:spcPct val="20000"/>
              </a:spcBef>
              <a:buClr>
                <a:srgbClr val="0072C6"/>
              </a:buClr>
              <a:buSzPct val="100000"/>
            </a:pPr>
            <a:r>
              <a:rPr lang="en-US"/>
              <a:t>Click to edit Master text styles</a:t>
            </a:r>
          </a:p>
        </p:txBody>
      </p:sp>
    </p:spTree>
    <p:extLst>
      <p:ext uri="{BB962C8B-B14F-4D97-AF65-F5344CB8AC3E}">
        <p14:creationId xmlns:p14="http://schemas.microsoft.com/office/powerpoint/2010/main" val="129445051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_Section Title Accent Color 1">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0853" y="2057401"/>
            <a:ext cx="11890296" cy="1822988"/>
          </a:xfrm>
          <a:noFill/>
        </p:spPr>
        <p:txBody>
          <a:bodyPr lIns="137160" tIns="137160" rIns="137160" bIns="137160" anchor="t" anchorCtr="0"/>
          <a:lstStyle>
            <a:lvl1pPr>
              <a:defRPr sz="8600" spc="-98" baseline="0">
                <a:solidFill>
                  <a:srgbClr val="000000"/>
                </a:solidFill>
              </a:defRPr>
            </a:lvl1pPr>
          </a:lstStyle>
          <a:p>
            <a:r>
              <a:rPr lang="en-US" dirty="0"/>
              <a:t>Section title</a:t>
            </a:r>
          </a:p>
        </p:txBody>
      </p:sp>
      <p:sp>
        <p:nvSpPr>
          <p:cNvPr id="3" name="Text Placeholder 10"/>
          <p:cNvSpPr>
            <a:spLocks noGrp="1"/>
          </p:cNvSpPr>
          <p:nvPr>
            <p:ph type="body" sz="quarter" idx="14"/>
          </p:nvPr>
        </p:nvSpPr>
        <p:spPr>
          <a:xfrm>
            <a:off x="150852" y="3886200"/>
            <a:ext cx="6402467" cy="2590800"/>
          </a:xfrm>
          <a:prstGeom prst="rect">
            <a:avLst/>
          </a:prstGeom>
        </p:spPr>
        <p:txBody>
          <a:bodyPr lIns="137160" tIns="137160" rIns="137160" bIns="137160">
            <a:noAutofit/>
          </a:bodyPr>
          <a:lstStyle>
            <a:lvl1pPr marL="190428" indent="-190428">
              <a:lnSpc>
                <a:spcPct val="80000"/>
              </a:lnSpc>
              <a:buNone/>
              <a:defRPr lang="en-US" sz="2000" kern="1200" dirty="0">
                <a:solidFill>
                  <a:srgbClr val="000000"/>
                </a:solidFill>
                <a:latin typeface="Segoe UI" pitchFamily="34" charset="0"/>
                <a:ea typeface="Segoe UI" pitchFamily="34" charset="0"/>
                <a:cs typeface="Segoe UI" pitchFamily="34" charset="0"/>
              </a:defRPr>
            </a:lvl1pPr>
          </a:lstStyle>
          <a:p>
            <a:pPr marL="0" lvl="0" indent="0" algn="l" defTabSz="1088105" rtl="0" eaLnBrk="1" latinLnBrk="0" hangingPunct="1">
              <a:spcBef>
                <a:spcPct val="20000"/>
              </a:spcBef>
              <a:buClr>
                <a:srgbClr val="0072C6"/>
              </a:buClr>
              <a:buSzPct val="100000"/>
            </a:pPr>
            <a:r>
              <a:rPr lang="en-US"/>
              <a:t>Click to edit Master text styles</a:t>
            </a:r>
          </a:p>
        </p:txBody>
      </p:sp>
    </p:spTree>
    <p:extLst>
      <p:ext uri="{BB962C8B-B14F-4D97-AF65-F5344CB8AC3E}">
        <p14:creationId xmlns:p14="http://schemas.microsoft.com/office/powerpoint/2010/main" val="132215666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_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0853" y="2057401"/>
            <a:ext cx="11890296" cy="1822988"/>
          </a:xfrm>
          <a:noFill/>
        </p:spPr>
        <p:txBody>
          <a:bodyPr lIns="137160" tIns="137160" rIns="137160" bIns="137160" anchor="t" anchorCtr="0"/>
          <a:lstStyle>
            <a:lvl1pPr>
              <a:defRPr sz="8600" spc="-98" baseline="0">
                <a:solidFill>
                  <a:schemeClr val="tx1"/>
                </a:solidFill>
              </a:defRPr>
            </a:lvl1pPr>
          </a:lstStyle>
          <a:p>
            <a:r>
              <a:rPr lang="en-US" dirty="0"/>
              <a:t>Section title</a:t>
            </a:r>
          </a:p>
        </p:txBody>
      </p:sp>
      <p:sp>
        <p:nvSpPr>
          <p:cNvPr id="3" name="Text Placeholder 10"/>
          <p:cNvSpPr>
            <a:spLocks noGrp="1"/>
          </p:cNvSpPr>
          <p:nvPr>
            <p:ph type="body" sz="quarter" idx="14"/>
          </p:nvPr>
        </p:nvSpPr>
        <p:spPr>
          <a:xfrm>
            <a:off x="150852" y="3886200"/>
            <a:ext cx="6402467" cy="2590800"/>
          </a:xfrm>
          <a:prstGeom prst="rect">
            <a:avLst/>
          </a:prstGeom>
        </p:spPr>
        <p:txBody>
          <a:bodyPr lIns="137160" tIns="137160" rIns="137160" bIns="137160">
            <a:noAutofit/>
          </a:bodyPr>
          <a:lstStyle>
            <a:lvl1pPr marL="190428" indent="-190428">
              <a:lnSpc>
                <a:spcPct val="80000"/>
              </a:lnSpc>
              <a:buNone/>
              <a:defRPr lang="en-US" sz="2000" kern="1200" dirty="0">
                <a:solidFill>
                  <a:schemeClr val="tx1"/>
                </a:solidFill>
                <a:latin typeface="Segoe UI" pitchFamily="34" charset="0"/>
                <a:ea typeface="Segoe UI" pitchFamily="34" charset="0"/>
                <a:cs typeface="Segoe UI" pitchFamily="34" charset="0"/>
              </a:defRPr>
            </a:lvl1pPr>
          </a:lstStyle>
          <a:p>
            <a:pPr marL="0" lvl="0" indent="0" algn="l" defTabSz="1088105" rtl="0" eaLnBrk="1" latinLnBrk="0" hangingPunct="1">
              <a:spcBef>
                <a:spcPct val="20000"/>
              </a:spcBef>
              <a:buClr>
                <a:srgbClr val="0072C6"/>
              </a:buClr>
              <a:buSzPct val="100000"/>
            </a:pPr>
            <a:r>
              <a:rPr lang="en-US"/>
              <a:t>Click to edit Master text styles</a:t>
            </a:r>
          </a:p>
        </p:txBody>
      </p:sp>
    </p:spTree>
    <p:extLst>
      <p:ext uri="{BB962C8B-B14F-4D97-AF65-F5344CB8AC3E}">
        <p14:creationId xmlns:p14="http://schemas.microsoft.com/office/powerpoint/2010/main" val="114302101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4_Section Title Accent Color 1">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0853" y="2057401"/>
            <a:ext cx="11890296" cy="1822988"/>
          </a:xfrm>
          <a:noFill/>
        </p:spPr>
        <p:txBody>
          <a:bodyPr lIns="137160" tIns="137160" rIns="137160" bIns="137160" anchor="t" anchorCtr="0"/>
          <a:lstStyle>
            <a:lvl1pPr>
              <a:defRPr sz="8600" spc="-98" baseline="0">
                <a:solidFill>
                  <a:srgbClr val="000000"/>
                </a:solidFill>
              </a:defRPr>
            </a:lvl1pPr>
          </a:lstStyle>
          <a:p>
            <a:r>
              <a:rPr lang="en-US" dirty="0"/>
              <a:t>Section title</a:t>
            </a:r>
          </a:p>
        </p:txBody>
      </p:sp>
      <p:sp>
        <p:nvSpPr>
          <p:cNvPr id="3" name="Text Placeholder 10"/>
          <p:cNvSpPr>
            <a:spLocks noGrp="1"/>
          </p:cNvSpPr>
          <p:nvPr>
            <p:ph type="body" sz="quarter" idx="14"/>
          </p:nvPr>
        </p:nvSpPr>
        <p:spPr>
          <a:xfrm>
            <a:off x="150852" y="3886200"/>
            <a:ext cx="6402467" cy="2590800"/>
          </a:xfrm>
          <a:prstGeom prst="rect">
            <a:avLst/>
          </a:prstGeom>
        </p:spPr>
        <p:txBody>
          <a:bodyPr lIns="137160" tIns="137160" rIns="137160" bIns="137160">
            <a:noAutofit/>
          </a:bodyPr>
          <a:lstStyle>
            <a:lvl1pPr marL="190428" indent="-190428">
              <a:lnSpc>
                <a:spcPct val="80000"/>
              </a:lnSpc>
              <a:buNone/>
              <a:defRPr lang="en-US" sz="2000" kern="1200" dirty="0">
                <a:solidFill>
                  <a:srgbClr val="000000"/>
                </a:solidFill>
                <a:latin typeface="Segoe UI" pitchFamily="34" charset="0"/>
                <a:ea typeface="Segoe UI" pitchFamily="34" charset="0"/>
                <a:cs typeface="Segoe UI" pitchFamily="34" charset="0"/>
              </a:defRPr>
            </a:lvl1pPr>
          </a:lstStyle>
          <a:p>
            <a:pPr marL="0" lvl="0" indent="0" algn="l" defTabSz="1088105" rtl="0" eaLnBrk="1" latinLnBrk="0" hangingPunct="1">
              <a:spcBef>
                <a:spcPct val="20000"/>
              </a:spcBef>
              <a:buClr>
                <a:srgbClr val="0072C6"/>
              </a:buClr>
              <a:buSzPct val="100000"/>
            </a:pPr>
            <a:r>
              <a:rPr lang="en-US"/>
              <a:t>Click to edit Master text styles</a:t>
            </a:r>
          </a:p>
        </p:txBody>
      </p:sp>
    </p:spTree>
    <p:extLst>
      <p:ext uri="{BB962C8B-B14F-4D97-AF65-F5344CB8AC3E}">
        <p14:creationId xmlns:p14="http://schemas.microsoft.com/office/powerpoint/2010/main" val="384329865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5_Section Title Accent Color 1">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0853" y="2057401"/>
            <a:ext cx="11890296" cy="1822988"/>
          </a:xfrm>
          <a:noFill/>
        </p:spPr>
        <p:txBody>
          <a:bodyPr lIns="137160" tIns="137160" rIns="137160" bIns="137160" anchor="t" anchorCtr="0"/>
          <a:lstStyle>
            <a:lvl1pPr>
              <a:defRPr sz="8600" spc="-98" baseline="0">
                <a:solidFill>
                  <a:schemeClr val="tx1"/>
                </a:solidFill>
              </a:defRPr>
            </a:lvl1pPr>
          </a:lstStyle>
          <a:p>
            <a:r>
              <a:rPr lang="en-US" dirty="0"/>
              <a:t>Section title</a:t>
            </a:r>
          </a:p>
        </p:txBody>
      </p:sp>
      <p:sp>
        <p:nvSpPr>
          <p:cNvPr id="3" name="Text Placeholder 10"/>
          <p:cNvSpPr>
            <a:spLocks noGrp="1"/>
          </p:cNvSpPr>
          <p:nvPr>
            <p:ph type="body" sz="quarter" idx="14"/>
          </p:nvPr>
        </p:nvSpPr>
        <p:spPr>
          <a:xfrm>
            <a:off x="150852" y="3886200"/>
            <a:ext cx="6402467" cy="2590800"/>
          </a:xfrm>
          <a:prstGeom prst="rect">
            <a:avLst/>
          </a:prstGeom>
        </p:spPr>
        <p:txBody>
          <a:bodyPr lIns="137160" tIns="137160" rIns="137160" bIns="137160">
            <a:noAutofit/>
          </a:bodyPr>
          <a:lstStyle>
            <a:lvl1pPr marL="190428" indent="-190428">
              <a:lnSpc>
                <a:spcPct val="80000"/>
              </a:lnSpc>
              <a:buNone/>
              <a:defRPr lang="en-US" sz="2000" kern="1200" dirty="0">
                <a:solidFill>
                  <a:schemeClr val="tx1"/>
                </a:solidFill>
                <a:latin typeface="Segoe UI" pitchFamily="34" charset="0"/>
                <a:ea typeface="Segoe UI" pitchFamily="34" charset="0"/>
                <a:cs typeface="Segoe UI" pitchFamily="34" charset="0"/>
              </a:defRPr>
            </a:lvl1pPr>
          </a:lstStyle>
          <a:p>
            <a:pPr marL="0" lvl="0" indent="0" algn="l" defTabSz="1088105" rtl="0" eaLnBrk="1" latinLnBrk="0" hangingPunct="1">
              <a:spcBef>
                <a:spcPct val="20000"/>
              </a:spcBef>
              <a:buClr>
                <a:srgbClr val="0072C6"/>
              </a:buClr>
              <a:buSzPct val="100000"/>
            </a:pPr>
            <a:r>
              <a:rPr lang="en-US"/>
              <a:t>Click to edit Master text styles</a:t>
            </a:r>
          </a:p>
        </p:txBody>
      </p:sp>
    </p:spTree>
    <p:extLst>
      <p:ext uri="{BB962C8B-B14F-4D97-AF65-F5344CB8AC3E}">
        <p14:creationId xmlns:p14="http://schemas.microsoft.com/office/powerpoint/2010/main" val="232350432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peaker notes">
    <p:bg>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dirty="0"/>
              <a:t>Click to add title</a:t>
            </a:r>
          </a:p>
        </p:txBody>
      </p:sp>
      <p:sp>
        <p:nvSpPr>
          <p:cNvPr id="5" name="Text Placeholder 15"/>
          <p:cNvSpPr>
            <a:spLocks noGrp="1"/>
          </p:cNvSpPr>
          <p:nvPr>
            <p:ph type="body" sz="quarter" idx="14" hasCustomPrompt="1"/>
          </p:nvPr>
        </p:nvSpPr>
        <p:spPr>
          <a:xfrm>
            <a:off x="227071" y="1600200"/>
            <a:ext cx="11356757" cy="4572000"/>
          </a:xfrm>
        </p:spPr>
        <p:txBody>
          <a:bodyPr/>
          <a:lstStyle>
            <a:lvl1pPr>
              <a:buClr>
                <a:schemeClr val="bg1"/>
              </a:buCl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speaker notes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6"/>
          <p:cNvSpPr>
            <a:spLocks noGrp="1"/>
          </p:cNvSpPr>
          <p:nvPr>
            <p:ph type="body" sz="quarter" idx="11" hasCustomPrompt="1"/>
          </p:nvPr>
        </p:nvSpPr>
        <p:spPr>
          <a:xfrm>
            <a:off x="1" y="6238877"/>
            <a:ext cx="12192001" cy="619125"/>
          </a:xfrm>
          <a:prstGeom prst="rect">
            <a:avLst/>
          </a:prstGeom>
          <a:solidFill>
            <a:srgbClr val="FFFF99"/>
          </a:solidFill>
        </p:spPr>
        <p:txBody>
          <a:bodyPr wrap="square" lIns="152394" tIns="76197" rIns="152394" bIns="76197" anchor="b" anchorCtr="0">
            <a:noAutofit/>
          </a:bodyPr>
          <a:lstStyle>
            <a:lvl1pPr algn="r">
              <a:buFont typeface="Arial" pitchFamily="34" charset="0"/>
              <a:buNone/>
              <a:defRPr sz="3700" spc="-60" baseline="0">
                <a:gradFill>
                  <a:gsLst>
                    <a:gs pos="0">
                      <a:srgbClr val="000000"/>
                    </a:gs>
                    <a:gs pos="100000">
                      <a:srgbClr val="000000"/>
                    </a:gs>
                  </a:gsLst>
                  <a:lin ang="5400000" scaled="0"/>
                </a:gradFill>
                <a:effectLst/>
                <a:latin typeface="Segoe UI Light" pitchFamily="34" charset="0"/>
                <a:ea typeface="Segoe UI" pitchFamily="34" charset="0"/>
                <a:cs typeface="Segoe UI" pitchFamily="34" charset="0"/>
              </a:defRPr>
            </a:lvl1pPr>
          </a:lstStyle>
          <a:p>
            <a:pPr lvl="0"/>
            <a:r>
              <a:rPr lang="en-US" dirty="0"/>
              <a:t>Next slide topic</a:t>
            </a:r>
          </a:p>
        </p:txBody>
      </p:sp>
    </p:spTree>
    <p:extLst>
      <p:ext uri="{BB962C8B-B14F-4D97-AF65-F5344CB8AC3E}">
        <p14:creationId xmlns:p14="http://schemas.microsoft.com/office/powerpoint/2010/main" val="616685072"/>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Microsoft logo 4">
    <p:spTree>
      <p:nvGrpSpPr>
        <p:cNvPr id="1" name=""/>
        <p:cNvGrpSpPr/>
        <p:nvPr/>
      </p:nvGrpSpPr>
      <p:grpSpPr>
        <a:xfrm>
          <a:off x="0" y="0"/>
          <a:ext cx="0" cy="0"/>
          <a:chOff x="0" y="0"/>
          <a:chExt cx="0" cy="0"/>
        </a:xfrm>
      </p:grpSpPr>
      <p:sp>
        <p:nvSpPr>
          <p:cNvPr id="5" name="Rectangle 4"/>
          <p:cNvSpPr/>
          <p:nvPr/>
        </p:nvSpPr>
        <p:spPr>
          <a:xfrm>
            <a:off x="1"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6179" tIns="38089" rIns="76179" bIns="38089" rtlCol="0" anchor="ctr"/>
          <a:lstStyle/>
          <a:p>
            <a:pPr algn="ctr" defTabSz="1088105"/>
            <a:endParaRPr lang="en-US" sz="2200">
              <a:solidFill>
                <a:prstClr val="white"/>
              </a:solidFill>
            </a:endParaRPr>
          </a:p>
        </p:txBody>
      </p:sp>
      <p:sp>
        <p:nvSpPr>
          <p:cNvPr id="4" name="Rectangle 3"/>
          <p:cNvSpPr/>
          <p:nvPr/>
        </p:nvSpPr>
        <p:spPr>
          <a:xfrm>
            <a:off x="1"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6179" tIns="38089" rIns="76179" bIns="38089" rtlCol="0" anchor="ctr"/>
          <a:lstStyle/>
          <a:p>
            <a:pPr algn="ctr" defTabSz="1088105"/>
            <a:endParaRPr lang="en-US" sz="2200">
              <a:solidFill>
                <a:prstClr val="white"/>
              </a:solidFill>
            </a:endParaRPr>
          </a:p>
        </p:txBody>
      </p:sp>
      <p:sp>
        <p:nvSpPr>
          <p:cNvPr id="8" name="Rectangle 7"/>
          <p:cNvSpPr/>
          <p:nvPr/>
        </p:nvSpPr>
        <p:spPr>
          <a:xfrm>
            <a:off x="1"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76179" tIns="38089" rIns="76179" bIns="38089" rtlCol="0" anchor="ctr"/>
          <a:lstStyle/>
          <a:p>
            <a:pPr algn="ctr" defTabSz="1088105"/>
            <a:endParaRPr lang="en-US" sz="2200">
              <a:solidFill>
                <a:prstClr val="white"/>
              </a:solidFill>
            </a:endParaRPr>
          </a:p>
        </p:txBody>
      </p:sp>
      <p:pic>
        <p:nvPicPr>
          <p:cNvPr id="10" name="Picture 9"/>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46233" y="2899239"/>
            <a:ext cx="2881117" cy="1059525"/>
          </a:xfrm>
          <a:prstGeom prst="rect">
            <a:avLst/>
          </a:prstGeom>
        </p:spPr>
      </p:pic>
      <p:sp>
        <p:nvSpPr>
          <p:cNvPr id="6" name="Rectangle 5"/>
          <p:cNvSpPr/>
          <p:nvPr/>
        </p:nvSpPr>
        <p:spPr>
          <a:xfrm>
            <a:off x="1"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76179" tIns="38089" rIns="76179" bIns="38089" rtlCol="0" anchor="ctr"/>
          <a:lstStyle/>
          <a:p>
            <a:pPr algn="ctr" defTabSz="1088105"/>
            <a:endParaRPr lang="en-US" sz="2200">
              <a:solidFill>
                <a:prstClr val="white"/>
              </a:solidFill>
            </a:endParaRPr>
          </a:p>
        </p:txBody>
      </p:sp>
      <p:pic>
        <p:nvPicPr>
          <p:cNvPr id="7" name="Picture 6"/>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46233" y="2899239"/>
            <a:ext cx="2881117" cy="1059525"/>
          </a:xfrm>
          <a:prstGeom prst="rect">
            <a:avLst/>
          </a:prstGeom>
        </p:spPr>
      </p:pic>
      <p:sp>
        <p:nvSpPr>
          <p:cNvPr id="9" name="Rectangle 8"/>
          <p:cNvSpPr/>
          <p:nvPr userDrawn="1"/>
        </p:nvSpPr>
        <p:spPr>
          <a:xfrm>
            <a:off x="1"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76179" tIns="38089" rIns="76179" bIns="38089" rtlCol="0" anchor="ctr"/>
          <a:lstStyle/>
          <a:p>
            <a:pPr algn="ctr" defTabSz="1088105"/>
            <a:endParaRPr lang="en-US" sz="2200">
              <a:solidFill>
                <a:prstClr val="white"/>
              </a:solidFill>
            </a:endParaRPr>
          </a:p>
        </p:txBody>
      </p:sp>
      <p:pic>
        <p:nvPicPr>
          <p:cNvPr id="11" name="Picture 10"/>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446233" y="2899239"/>
            <a:ext cx="2881117" cy="1059525"/>
          </a:xfrm>
          <a:prstGeom prst="rect">
            <a:avLst/>
          </a:prstGeom>
        </p:spPr>
      </p:pic>
    </p:spTree>
    <p:extLst>
      <p:ext uri="{BB962C8B-B14F-4D97-AF65-F5344CB8AC3E}">
        <p14:creationId xmlns:p14="http://schemas.microsoft.com/office/powerpoint/2010/main" val="264922982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8223" y="279867"/>
            <a:ext cx="11066930" cy="605631"/>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578223" y="1170314"/>
            <a:ext cx="11066929" cy="500664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5892053" y="6502216"/>
            <a:ext cx="407894" cy="401869"/>
          </a:xfrm>
          <a:prstGeom prst="rect">
            <a:avLst/>
          </a:prstGeom>
        </p:spPr>
        <p:txBody>
          <a:bodyPr vert="horz" lIns="91440" tIns="45720" rIns="91440" bIns="45720" rtlCol="0" anchor="ctr"/>
          <a:lstStyle>
            <a:lvl1pPr algn="r">
              <a:defRPr sz="1200">
                <a:solidFill>
                  <a:schemeClr val="bg1"/>
                </a:solidFill>
                <a:latin typeface="Roboto Condensed" pitchFamily="2" charset="0"/>
                <a:ea typeface="Roboto Condensed" pitchFamily="2" charset="0"/>
                <a:cs typeface="Arial" panose="020B0604020202020204" pitchFamily="34" charset="0"/>
              </a:defRPr>
            </a:lvl1pPr>
          </a:lstStyle>
          <a:p>
            <a:fld id="{2079BD69-FF30-450A-B7B2-1E0FE13F0EE7}" type="slidenum">
              <a:rPr lang="en-US" smtClean="0"/>
              <a:pPr/>
              <a:t>‹#›</a:t>
            </a:fld>
            <a:endParaRPr lang="en-US"/>
          </a:p>
        </p:txBody>
      </p:sp>
    </p:spTree>
    <p:extLst>
      <p:ext uri="{BB962C8B-B14F-4D97-AF65-F5344CB8AC3E}">
        <p14:creationId xmlns:p14="http://schemas.microsoft.com/office/powerpoint/2010/main" val="4118221936"/>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50" r:id="rId3"/>
    <p:sldLayoutId id="2147483652" r:id="rId4"/>
    <p:sldLayoutId id="2147483654" r:id="rId5"/>
    <p:sldLayoutId id="2147483669" r:id="rId6"/>
    <p:sldLayoutId id="2147483656" r:id="rId7"/>
    <p:sldLayoutId id="2147483657" r:id="rId8"/>
    <p:sldLayoutId id="2147483667" r:id="rId9"/>
    <p:sldLayoutId id="2147483665" r:id="rId10"/>
    <p:sldLayoutId id="2147483668" r:id="rId11"/>
  </p:sldLayoutIdLst>
  <p:hf sldNum="0" hdr="0" ftr="0" dt="0"/>
  <p:txStyles>
    <p:titleStyle>
      <a:lvl1pPr algn="l" defTabSz="914400" rtl="0" eaLnBrk="1" latinLnBrk="0" hangingPunct="1">
        <a:lnSpc>
          <a:spcPct val="90000"/>
        </a:lnSpc>
        <a:spcBef>
          <a:spcPct val="0"/>
        </a:spcBef>
        <a:buNone/>
        <a:defRPr sz="2400" b="1" kern="1200">
          <a:solidFill>
            <a:srgbClr val="0070C0"/>
          </a:solidFill>
          <a:latin typeface="Roboto Condensed" pitchFamily="2" charset="0"/>
          <a:ea typeface="Roboto Condensed" pitchFamily="2" charset="0"/>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Roboto Condensed" pitchFamily="2" charset="0"/>
          <a:ea typeface="Roboto Condensed" pitchFamily="2"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Roboto Condensed" pitchFamily="2" charset="0"/>
          <a:ea typeface="Roboto Condensed" pitchFamily="2" charset="0"/>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Roboto Condensed" pitchFamily="2" charset="0"/>
          <a:ea typeface="Roboto Condensed"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Roboto Condensed" pitchFamily="2" charset="0"/>
          <a:ea typeface="Roboto Condensed" pitchFamily="2" charset="0"/>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Roboto Condensed" pitchFamily="2" charset="0"/>
          <a:ea typeface="Roboto Condensed"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 y="2"/>
            <a:ext cx="12192000" cy="646042"/>
          </a:xfrm>
          <a:prstGeom prst="rect">
            <a:avLst/>
          </a:prstGeom>
        </p:spPr>
        <p:txBody>
          <a:bodyPr vert="horz" lIns="320040" tIns="152357" rIns="53325" bIns="53325" rtlCol="0" anchor="ctr">
            <a:normAutofit/>
          </a:bodyPr>
          <a:lstStyle/>
          <a:p>
            <a:endParaRPr lang="en-US" dirty="0"/>
          </a:p>
        </p:txBody>
      </p:sp>
      <p:sp>
        <p:nvSpPr>
          <p:cNvPr id="15" name="Text Placeholder 14"/>
          <p:cNvSpPr>
            <a:spLocks noGrp="1"/>
          </p:cNvSpPr>
          <p:nvPr>
            <p:ph type="body" idx="1"/>
          </p:nvPr>
        </p:nvSpPr>
        <p:spPr>
          <a:xfrm>
            <a:off x="150853" y="1600201"/>
            <a:ext cx="11890296" cy="4559531"/>
          </a:xfrm>
          <a:prstGeom prst="rect">
            <a:avLst/>
          </a:prstGeom>
        </p:spPr>
        <p:txBody>
          <a:bodyPr vert="horz" lIns="182880" tIns="91440" rIns="18288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Slide Number Placeholder 18"/>
          <p:cNvSpPr>
            <a:spLocks noGrp="1"/>
          </p:cNvSpPr>
          <p:nvPr>
            <p:ph type="sldNum" sz="quarter" idx="4"/>
          </p:nvPr>
        </p:nvSpPr>
        <p:spPr>
          <a:xfrm>
            <a:off x="11218172" y="6477874"/>
            <a:ext cx="761998" cy="380126"/>
          </a:xfrm>
          <a:prstGeom prst="rect">
            <a:avLst/>
          </a:prstGeom>
        </p:spPr>
        <p:txBody>
          <a:bodyPr vert="horz" lIns="91440" tIns="45720" rIns="91440" bIns="45720" rtlCol="0" anchor="ctr"/>
          <a:lstStyle>
            <a:lvl1pPr algn="r">
              <a:defRPr sz="800">
                <a:solidFill>
                  <a:schemeClr val="tx1"/>
                </a:solidFill>
                <a:latin typeface="Segoe UI" pitchFamily="34" charset="0"/>
                <a:ea typeface="Segoe UI" pitchFamily="34" charset="0"/>
                <a:cs typeface="Segoe UI" pitchFamily="34" charset="0"/>
              </a:defRPr>
            </a:lvl1pPr>
          </a:lstStyle>
          <a:p>
            <a:pPr defTabSz="1088105"/>
            <a:fld id="{FAADACFB-7C71-4E89-89D2-7BBA40B7BFA9}" type="slidenum">
              <a:rPr lang="en-US" smtClean="0">
                <a:solidFill>
                  <a:srgbClr val="505050"/>
                </a:solidFill>
              </a:rPr>
              <a:pPr defTabSz="1088105"/>
              <a:t>‹#›</a:t>
            </a:fld>
            <a:endParaRPr lang="en-US" dirty="0">
              <a:solidFill>
                <a:srgbClr val="505050"/>
              </a:solidFill>
            </a:endParaRPr>
          </a:p>
        </p:txBody>
      </p:sp>
    </p:spTree>
    <p:extLst>
      <p:ext uri="{BB962C8B-B14F-4D97-AF65-F5344CB8AC3E}">
        <p14:creationId xmlns:p14="http://schemas.microsoft.com/office/powerpoint/2010/main" val="1637484303"/>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Lst>
  <p:transition>
    <p:fade/>
  </p:transition>
  <p:hf hdr="0" ftr="0" dt="0"/>
  <p:txStyles>
    <p:titleStyle>
      <a:lvl1pPr marL="0" algn="l" defTabSz="1088105" rtl="0" eaLnBrk="1" latinLnBrk="0" hangingPunct="1">
        <a:lnSpc>
          <a:spcPct val="90000"/>
        </a:lnSpc>
        <a:spcBef>
          <a:spcPct val="0"/>
        </a:spcBef>
        <a:buNone/>
        <a:defRPr lang="en-US" sz="4000" kern="1200" spc="-58" baseline="0" dirty="0">
          <a:solidFill>
            <a:schemeClr val="bg2"/>
          </a:solidFill>
          <a:latin typeface="Segoe UI Light" pitchFamily="34" charset="0"/>
          <a:ea typeface="Segoe UI" pitchFamily="34" charset="0"/>
          <a:cs typeface="Segoe UI" pitchFamily="34" charset="0"/>
        </a:defRPr>
      </a:lvl1pPr>
    </p:titleStyle>
    <p:bodyStyle>
      <a:lvl1pPr marL="0" indent="0" algn="l" defTabSz="1088105" rtl="0" eaLnBrk="1" latinLnBrk="0" hangingPunct="1">
        <a:spcBef>
          <a:spcPts val="1800"/>
        </a:spcBef>
        <a:buClr>
          <a:srgbClr val="0072C6"/>
        </a:buClr>
        <a:buSzPct val="100000"/>
        <a:buFont typeface="Wingdings" pitchFamily="2" charset="2"/>
        <a:buNone/>
        <a:defRPr sz="2400" kern="1200">
          <a:solidFill>
            <a:schemeClr val="tx2"/>
          </a:solidFill>
          <a:latin typeface="Segoe UI" pitchFamily="34" charset="0"/>
          <a:ea typeface="Segoe UI" pitchFamily="34" charset="0"/>
          <a:cs typeface="Segoe UI" pitchFamily="34" charset="0"/>
        </a:defRPr>
      </a:lvl1pPr>
      <a:lvl2pPr marL="476070" indent="-194396" algn="l" defTabSz="1088105" rtl="0" eaLnBrk="1" latinLnBrk="0" hangingPunct="1">
        <a:spcBef>
          <a:spcPct val="20000"/>
        </a:spcBef>
        <a:buFont typeface="Arial" pitchFamily="34" charset="0"/>
        <a:buChar char="•"/>
        <a:defRPr sz="1800" kern="1200">
          <a:solidFill>
            <a:schemeClr val="tx1"/>
          </a:solidFill>
          <a:latin typeface="Segoe UI" pitchFamily="34" charset="0"/>
          <a:ea typeface="Segoe UI" pitchFamily="34" charset="0"/>
          <a:cs typeface="Segoe UI" pitchFamily="34" charset="0"/>
        </a:defRPr>
      </a:lvl2pPr>
      <a:lvl3pPr marL="761712" indent="-173236" algn="l" defTabSz="1088105"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3pPr>
      <a:lvl4pPr marL="1047354" indent="-177204" algn="l" defTabSz="1088105" rtl="0" eaLnBrk="1" latinLnBrk="0" hangingPunct="1">
        <a:spcBef>
          <a:spcPct val="20000"/>
        </a:spcBef>
        <a:buFont typeface="Arial" pitchFamily="34" charset="0"/>
        <a:buChar char="–"/>
        <a:defRPr sz="1400" kern="1200">
          <a:solidFill>
            <a:schemeClr val="tx1"/>
          </a:solidFill>
          <a:latin typeface="Segoe UI" pitchFamily="34" charset="0"/>
          <a:ea typeface="Segoe UI" pitchFamily="34" charset="0"/>
          <a:cs typeface="Segoe UI" pitchFamily="34" charset="0"/>
        </a:defRPr>
      </a:lvl4pPr>
      <a:lvl5pPr marL="1285389" indent="-179849" algn="l" defTabSz="1088105" rtl="0" eaLnBrk="1" latinLnBrk="0" hangingPunct="1">
        <a:spcBef>
          <a:spcPct val="20000"/>
        </a:spcBef>
        <a:buFont typeface="Arial" pitchFamily="34" charset="0"/>
        <a:buChar char="»"/>
        <a:defRPr sz="1400" kern="1200">
          <a:solidFill>
            <a:schemeClr val="tx1"/>
          </a:solidFill>
          <a:latin typeface="Segoe UI" pitchFamily="34" charset="0"/>
          <a:ea typeface="Segoe UI" pitchFamily="34" charset="0"/>
          <a:cs typeface="Segoe UI" pitchFamily="34" charset="0"/>
        </a:defRPr>
      </a:lvl5pPr>
      <a:lvl6pPr marL="2992290" indent="-272026" algn="l" defTabSz="1088105"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536342" indent="-272026" algn="l" defTabSz="1088105"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080396" indent="-272026" algn="l" defTabSz="1088105"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624448" indent="-272026" algn="l" defTabSz="1088105" rtl="0" eaLnBrk="1" latinLnBrk="0" hangingPunct="1">
        <a:spcBef>
          <a:spcPct val="20000"/>
        </a:spcBef>
        <a:buFont typeface="Arial" pitchFamily="34" charset="0"/>
        <a:buChar char="•"/>
        <a:defRPr sz="2500" kern="1200">
          <a:solidFill>
            <a:schemeClr val="tx1"/>
          </a:solidFill>
          <a:latin typeface="+mn-lt"/>
          <a:ea typeface="+mn-ea"/>
          <a:cs typeface="+mn-cs"/>
        </a:defRPr>
      </a:lvl9pPr>
    </p:bodyStyle>
    <p:otherStyle>
      <a:defPPr>
        <a:defRPr lang="en-US"/>
      </a:defPPr>
      <a:lvl1pPr marL="0" algn="l" defTabSz="1088105" rtl="0" eaLnBrk="1" latinLnBrk="0" hangingPunct="1">
        <a:defRPr sz="2200" kern="1200">
          <a:solidFill>
            <a:schemeClr val="tx1"/>
          </a:solidFill>
          <a:latin typeface="+mn-lt"/>
          <a:ea typeface="+mn-ea"/>
          <a:cs typeface="+mn-cs"/>
        </a:defRPr>
      </a:lvl1pPr>
      <a:lvl2pPr marL="544053" algn="l" defTabSz="1088105" rtl="0" eaLnBrk="1" latinLnBrk="0" hangingPunct="1">
        <a:defRPr sz="2200" kern="1200">
          <a:solidFill>
            <a:schemeClr val="tx1"/>
          </a:solidFill>
          <a:latin typeface="+mn-lt"/>
          <a:ea typeface="+mn-ea"/>
          <a:cs typeface="+mn-cs"/>
        </a:defRPr>
      </a:lvl2pPr>
      <a:lvl3pPr marL="1088105" algn="l" defTabSz="1088105" rtl="0" eaLnBrk="1" latinLnBrk="0" hangingPunct="1">
        <a:defRPr sz="2200" kern="1200">
          <a:solidFill>
            <a:schemeClr val="tx1"/>
          </a:solidFill>
          <a:latin typeface="+mn-lt"/>
          <a:ea typeface="+mn-ea"/>
          <a:cs typeface="+mn-cs"/>
        </a:defRPr>
      </a:lvl3pPr>
      <a:lvl4pPr marL="1632159" algn="l" defTabSz="1088105" rtl="0" eaLnBrk="1" latinLnBrk="0" hangingPunct="1">
        <a:defRPr sz="2200" kern="1200">
          <a:solidFill>
            <a:schemeClr val="tx1"/>
          </a:solidFill>
          <a:latin typeface="+mn-lt"/>
          <a:ea typeface="+mn-ea"/>
          <a:cs typeface="+mn-cs"/>
        </a:defRPr>
      </a:lvl4pPr>
      <a:lvl5pPr marL="2176211" algn="l" defTabSz="1088105" rtl="0" eaLnBrk="1" latinLnBrk="0" hangingPunct="1">
        <a:defRPr sz="2200" kern="1200">
          <a:solidFill>
            <a:schemeClr val="tx1"/>
          </a:solidFill>
          <a:latin typeface="+mn-lt"/>
          <a:ea typeface="+mn-ea"/>
          <a:cs typeface="+mn-cs"/>
        </a:defRPr>
      </a:lvl5pPr>
      <a:lvl6pPr marL="2720264" algn="l" defTabSz="1088105" rtl="0" eaLnBrk="1" latinLnBrk="0" hangingPunct="1">
        <a:defRPr sz="2200" kern="1200">
          <a:solidFill>
            <a:schemeClr val="tx1"/>
          </a:solidFill>
          <a:latin typeface="+mn-lt"/>
          <a:ea typeface="+mn-ea"/>
          <a:cs typeface="+mn-cs"/>
        </a:defRPr>
      </a:lvl6pPr>
      <a:lvl7pPr marL="3264316" algn="l" defTabSz="1088105" rtl="0" eaLnBrk="1" latinLnBrk="0" hangingPunct="1">
        <a:defRPr sz="2200" kern="1200">
          <a:solidFill>
            <a:schemeClr val="tx1"/>
          </a:solidFill>
          <a:latin typeface="+mn-lt"/>
          <a:ea typeface="+mn-ea"/>
          <a:cs typeface="+mn-cs"/>
        </a:defRPr>
      </a:lvl7pPr>
      <a:lvl8pPr marL="3808369" algn="l" defTabSz="1088105" rtl="0" eaLnBrk="1" latinLnBrk="0" hangingPunct="1">
        <a:defRPr sz="2200" kern="1200">
          <a:solidFill>
            <a:schemeClr val="tx1"/>
          </a:solidFill>
          <a:latin typeface="+mn-lt"/>
          <a:ea typeface="+mn-ea"/>
          <a:cs typeface="+mn-cs"/>
        </a:defRPr>
      </a:lvl8pPr>
      <a:lvl9pPr marL="4352422" algn="l" defTabSz="1088105" rtl="0" eaLnBrk="1" latinLnBrk="0" hangingPunct="1">
        <a:defRPr sz="22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551">
          <p15:clr>
            <a:srgbClr val="5ACBF0"/>
          </p15:clr>
        </p15:guide>
        <p15:guide id="2" pos="2975">
          <p15:clr>
            <a:srgbClr val="5ACBF0"/>
          </p15:clr>
        </p15:guide>
        <p15:guide id="3" pos="2399">
          <p15:clr>
            <a:srgbClr val="5ACBF0"/>
          </p15:clr>
        </p15:guide>
        <p15:guide id="4" pos="1823">
          <p15:clr>
            <a:srgbClr val="5ACBF0"/>
          </p15:clr>
        </p15:guide>
        <p15:guide id="5" pos="1247">
          <p15:clr>
            <a:srgbClr val="5ACBF0"/>
          </p15:clr>
        </p15:guide>
        <p15:guide id="6" pos="671">
          <p15:clr>
            <a:srgbClr val="5ACBF0"/>
          </p15:clr>
        </p15:guide>
        <p15:guide id="7" pos="95">
          <p15:clr>
            <a:srgbClr val="5ACBF0"/>
          </p15:clr>
        </p15:guide>
        <p15:guide id="8" pos="4127">
          <p15:clr>
            <a:srgbClr val="5ACBF0"/>
          </p15:clr>
        </p15:guide>
        <p15:guide id="9" pos="4703">
          <p15:clr>
            <a:srgbClr val="5ACBF0"/>
          </p15:clr>
        </p15:guide>
        <p15:guide id="10" pos="5279">
          <p15:clr>
            <a:srgbClr val="5ACBF0"/>
          </p15:clr>
        </p15:guide>
        <p15:guide id="11" pos="5855">
          <p15:clr>
            <a:srgbClr val="5ACBF0"/>
          </p15:clr>
        </p15:guide>
        <p15:guide id="12" pos="6431">
          <p15:clr>
            <a:srgbClr val="5ACBF0"/>
          </p15:clr>
        </p15:guide>
        <p15:guide id="13" pos="7007">
          <p15:clr>
            <a:srgbClr val="5ACBF0"/>
          </p15:clr>
        </p15:guide>
        <p15:guide id="14" pos="7583">
          <p15:clr>
            <a:srgbClr val="5ACBF0"/>
          </p15:clr>
        </p15:guide>
        <p15:guide id="15" orient="horz" pos="144">
          <p15:clr>
            <a:srgbClr val="5ACBF0"/>
          </p15:clr>
        </p15:guide>
        <p15:guide id="16" orient="horz" pos="720">
          <p15:clr>
            <a:srgbClr val="5ACBF0"/>
          </p15:clr>
        </p15:guide>
        <p15:guide id="17" orient="horz" pos="1296">
          <p15:clr>
            <a:srgbClr val="5ACBF0"/>
          </p15:clr>
        </p15:guide>
        <p15:guide id="18" orient="horz" pos="1872">
          <p15:clr>
            <a:srgbClr val="5ACBF0"/>
          </p15:clr>
        </p15:guide>
        <p15:guide id="19" orient="horz" pos="2448">
          <p15:clr>
            <a:srgbClr val="5ACBF0"/>
          </p15:clr>
        </p15:guide>
        <p15:guide id="20" orient="horz" pos="3024">
          <p15:clr>
            <a:srgbClr val="5ACBF0"/>
          </p15:clr>
        </p15:guide>
        <p15:guide id="21" orient="horz" pos="3600">
          <p15:clr>
            <a:srgbClr val="5ACBF0"/>
          </p15:clr>
        </p15:guide>
        <p15:guide id="22" orient="horz" pos="4176">
          <p15:clr>
            <a:srgbClr val="5ACBF0"/>
          </p15:clr>
        </p15:guide>
        <p15:guide id="23" pos="191">
          <p15:clr>
            <a:srgbClr val="F26B43"/>
          </p15:clr>
        </p15:guide>
        <p15:guide id="24" pos="7487">
          <p15:clr>
            <a:srgbClr val="F26B43"/>
          </p15:clr>
        </p15:guide>
        <p15:guide id="25" orient="horz" pos="240">
          <p15:clr>
            <a:srgbClr val="F26B43"/>
          </p15:clr>
        </p15:guide>
        <p15:guide id="26" orient="horz" pos="4080">
          <p15:clr>
            <a:srgbClr val="F26B43"/>
          </p15:clr>
        </p15:guide>
        <p15:guide id="27" pos="3839">
          <p15:clr>
            <a:srgbClr val="F26B43"/>
          </p15:clr>
        </p15:guide>
        <p15:guide id="28" orient="horz" pos="2160">
          <p15:clr>
            <a:srgbClr val="F26B43"/>
          </p15:clr>
        </p15:guide>
        <p15:guide id="29" orient="horz" pos="816">
          <p15:clr>
            <a:srgbClr val="F26B43"/>
          </p15:clr>
        </p15:guide>
        <p15:guide id="30" orient="horz" pos="10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11.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3.jpe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9.jp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p:blipFill>
        <p:spPr>
          <a:xfrm>
            <a:off x="3161461" y="0"/>
            <a:ext cx="9080500" cy="6858000"/>
          </a:xfrm>
          <a:prstGeom prst="rect">
            <a:avLst/>
          </a:prstGeom>
        </p:spPr>
      </p:pic>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7132320" cy="6858000"/>
          </a:xfrm>
          <a:prstGeom prst="rect">
            <a:avLst/>
          </a:prstGeom>
        </p:spPr>
      </p:pic>
      <p:sp>
        <p:nvSpPr>
          <p:cNvPr id="7" name="Content Placeholder 1"/>
          <p:cNvSpPr txBox="1">
            <a:spLocks/>
          </p:cNvSpPr>
          <p:nvPr/>
        </p:nvSpPr>
        <p:spPr>
          <a:xfrm>
            <a:off x="314216" y="6087412"/>
            <a:ext cx="5038163" cy="346996"/>
          </a:xfrm>
        </p:spPr>
        <p:txBody>
          <a:bodyP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solidFill>
                  <a:schemeClr val="bg1"/>
                </a:solidFill>
                <a:latin typeface="Times New Roman" panose="02020603050405020304" pitchFamily="18" charset="0"/>
                <a:ea typeface="Tahoma" panose="020B0604030504040204" pitchFamily="34" charset="0"/>
                <a:cs typeface="Times New Roman" panose="02020603050405020304" pitchFamily="18" charset="0"/>
              </a:rPr>
              <a:t>04/2026</a:t>
            </a:r>
            <a:endParaRPr lang="en-US" dirty="0">
              <a:solidFill>
                <a:schemeClr val="bg1"/>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8" name="Title 3"/>
          <p:cNvSpPr txBox="1">
            <a:spLocks/>
          </p:cNvSpPr>
          <p:nvPr/>
        </p:nvSpPr>
        <p:spPr>
          <a:xfrm>
            <a:off x="314217" y="2999116"/>
            <a:ext cx="4887175" cy="2664704"/>
          </a:xfrm>
          <a:prstGeom prst="rect">
            <a:avLst/>
          </a:prstGeom>
        </p:spPr>
        <p:txBody>
          <a:bodyPr/>
          <a:lstStyle>
            <a:lvl1pPr algn="l" defTabSz="914400" rtl="0" eaLnBrk="1" latinLnBrk="0" hangingPunct="1">
              <a:lnSpc>
                <a:spcPct val="90000"/>
              </a:lnSpc>
              <a:spcBef>
                <a:spcPct val="0"/>
              </a:spcBef>
              <a:buNone/>
              <a:defRPr sz="2400" b="1" kern="1200">
                <a:solidFill>
                  <a:srgbClr val="0070C0"/>
                </a:solidFill>
                <a:latin typeface="Roboto Condensed" pitchFamily="2" charset="0"/>
                <a:ea typeface="Roboto Condensed" pitchFamily="2" charset="0"/>
                <a:cs typeface="Arial" panose="020B0604020202020204" pitchFamily="34" charset="0"/>
              </a:defRPr>
            </a:lvl1pPr>
          </a:lstStyle>
          <a:p>
            <a:pPr algn="ctr"/>
            <a:r>
              <a:rPr lang="en-US" sz="35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CH</a:t>
            </a:r>
            <a:r>
              <a:rPr lang="vi-VN" sz="35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Ư</a:t>
            </a:r>
            <a:r>
              <a:rPr lang="en-US" sz="35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ƠNG </a:t>
            </a:r>
            <a:r>
              <a:rPr lang="en-US" sz="3500">
                <a:solidFill>
                  <a:schemeClr val="bg1"/>
                </a:solidFill>
                <a:latin typeface="Times New Roman" panose="02020603050405020304" pitchFamily="18" charset="0"/>
                <a:ea typeface="Tahoma" panose="020B0604030504040204" pitchFamily="34" charset="0"/>
                <a:cs typeface="Times New Roman" panose="02020603050405020304" pitchFamily="18" charset="0"/>
              </a:rPr>
              <a:t>TRÌNH </a:t>
            </a:r>
          </a:p>
          <a:p>
            <a:pPr algn="ctr"/>
            <a:r>
              <a:rPr lang="en-US" sz="3500">
                <a:solidFill>
                  <a:schemeClr val="bg1"/>
                </a:solidFill>
                <a:latin typeface="Times New Roman" panose="02020603050405020304" pitchFamily="18" charset="0"/>
                <a:ea typeface="Tahoma" panose="020B0604030504040204" pitchFamily="34" charset="0"/>
                <a:cs typeface="Times New Roman" panose="02020603050405020304" pitchFamily="18" charset="0"/>
              </a:rPr>
              <a:t>THU </a:t>
            </a:r>
            <a:r>
              <a:rPr lang="en-US" sz="35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PHÍ MÔI TR</a:t>
            </a:r>
            <a:r>
              <a:rPr lang="vi-VN" sz="35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Ư</a:t>
            </a:r>
            <a:r>
              <a:rPr lang="en-US" sz="35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ỜNG ĐÔ THỊ</a:t>
            </a:r>
          </a:p>
        </p:txBody>
      </p:sp>
      <p:sp>
        <p:nvSpPr>
          <p:cNvPr id="12" name="AutoShape 6"/>
          <p:cNvSpPr>
            <a:spLocks noChangeAspect="1" noChangeArrowheads="1" noTextEdit="1"/>
          </p:cNvSpPr>
          <p:nvPr/>
        </p:nvSpPr>
        <p:spPr bwMode="gray">
          <a:xfrm>
            <a:off x="11520274" y="886294"/>
            <a:ext cx="4459784" cy="2856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pic>
        <p:nvPicPr>
          <p:cNvPr id="11" name="Picture 10" descr="A close up of a logo&#10;&#10;Description automatically generated">
            <a:extLst>
              <a:ext uri="{FF2B5EF4-FFF2-40B4-BE49-F238E27FC236}">
                <a16:creationId xmlns:a16="http://schemas.microsoft.com/office/drawing/2014/main" id="{F16C625C-7E71-4A1A-85D5-FB5C82909A8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4172" y="371823"/>
            <a:ext cx="3593651" cy="1828571"/>
          </a:xfrm>
          <a:prstGeom prst="rect">
            <a:avLst/>
          </a:prstGeom>
        </p:spPr>
      </p:pic>
    </p:spTree>
    <p:extLst>
      <p:ext uri="{BB962C8B-B14F-4D97-AF65-F5344CB8AC3E}">
        <p14:creationId xmlns:p14="http://schemas.microsoft.com/office/powerpoint/2010/main" val="3334177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bwMode="auto">
          <a:xfrm>
            <a:off x="1" y="511"/>
            <a:ext cx="12192000" cy="761489"/>
          </a:xfrm>
          <a:prstGeom prst="rect">
            <a:avLst/>
          </a:prstGeom>
          <a:noFill/>
          <a:ln w="9525" cap="flat" cmpd="sng" algn="ctr">
            <a:noFill/>
            <a:prstDash val="solid"/>
            <a:headEnd type="none" w="med" len="med"/>
            <a:tailEnd type="none" w="med" len="med"/>
          </a:ln>
          <a:effectLst/>
        </p:spPr>
        <p:txBody>
          <a:bodyPr lIns="175761" tIns="140609" rIns="175761" bIns="140609" anchor="ctr"/>
          <a:lstStyle/>
          <a:p>
            <a:pPr defTabSz="896094" eaLnBrk="1" hangingPunct="1">
              <a:lnSpc>
                <a:spcPct val="90000"/>
              </a:lnSpc>
              <a:defRPr/>
            </a:pPr>
            <a:r>
              <a:rPr lang="en-US" sz="2800" b="1" kern="0" dirty="0">
                <a:solidFill>
                  <a:schemeClr val="bg1"/>
                </a:solidFill>
                <a:latin typeface="Segoe UI" panose="020B0502040204020203" pitchFamily="34" charset="0"/>
                <a:ea typeface="Segoe UI Black" panose="020B0A02040204020203" pitchFamily="34" charset="0"/>
                <a:cs typeface="Segoe UI" panose="020B0502040204020203" pitchFamily="34" charset="0"/>
              </a:rPr>
              <a:t>NỘI DUNG</a:t>
            </a:r>
          </a:p>
        </p:txBody>
      </p:sp>
      <p:pic>
        <p:nvPicPr>
          <p:cNvPr id="11" name="Picture 9"/>
          <p:cNvPicPr>
            <a:picLocks noChangeAspect="1"/>
          </p:cNvPicPr>
          <p:nvPr/>
        </p:nvPicPr>
        <p:blipFill>
          <a:blip r:embed="rId3" cstate="print">
            <a:extLst>
              <a:ext uri="{28A0092B-C50C-407E-A947-70E740481C1C}">
                <a14:useLocalDpi xmlns:a14="http://schemas.microsoft.com/office/drawing/2010/main" val="0"/>
              </a:ext>
            </a:extLst>
          </a:blip>
          <a:srcRect l="14909" t="38889" r="63643" b="10185"/>
          <a:stretch>
            <a:fillRect/>
          </a:stretch>
        </p:blipFill>
        <p:spPr bwMode="auto">
          <a:xfrm>
            <a:off x="0" y="6434049"/>
            <a:ext cx="528917" cy="423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Inhaltsplatzhalter 4"/>
          <p:cNvSpPr txBox="1">
            <a:spLocks/>
          </p:cNvSpPr>
          <p:nvPr/>
        </p:nvSpPr>
        <p:spPr>
          <a:xfrm>
            <a:off x="585451" y="3215049"/>
            <a:ext cx="5100918" cy="738664"/>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900"/>
              </a:spcAft>
              <a:buNone/>
            </a:pPr>
            <a:r>
              <a:rPr lang="en-US" sz="1200" b="1" dirty="0">
                <a:latin typeface="Segoe UI" panose="020B0502040204020203" pitchFamily="34" charset="0"/>
                <a:cs typeface="Segoe UI" panose="020B0502040204020203" pitchFamily="34" charset="0"/>
              </a:rPr>
              <a:t>NGHỊ QUYẾT SỐ 20-NQ/TW NGÀY 25/10/2017</a:t>
            </a:r>
            <a:br>
              <a:rPr lang="en-US" sz="1050" b="1" dirty="0">
                <a:latin typeface="Segoe UI" panose="020B0502040204020203" pitchFamily="34" charset="0"/>
                <a:cs typeface="Segoe UI" panose="020B0502040204020203" pitchFamily="34" charset="0"/>
              </a:rPr>
            </a:br>
            <a:r>
              <a:rPr lang="vi-VN" sz="1200" dirty="0">
                <a:latin typeface="Segoe UI" panose="020B0502040204020203" pitchFamily="34" charset="0"/>
                <a:cs typeface="Segoe UI" panose="020B0502040204020203" pitchFamily="34" charset="0"/>
              </a:rPr>
              <a:t>Nghị quyết hội nghị lần thứ sáu Ban chấp hành trung ương khóa XII về tăng cường công tác bảo vệ, chăm sóc và nâng cao sức khỏe nhân dân trong tình hình mới</a:t>
            </a:r>
            <a:r>
              <a:rPr lang="en-US" sz="1200" dirty="0">
                <a:latin typeface="Segoe UI" panose="020B0502040204020203" pitchFamily="34" charset="0"/>
                <a:cs typeface="Segoe UI" panose="020B0502040204020203" pitchFamily="34" charset="0"/>
              </a:rPr>
              <a:t>. </a:t>
            </a:r>
          </a:p>
        </p:txBody>
      </p:sp>
      <p:sp>
        <p:nvSpPr>
          <p:cNvPr id="25" name="Inhaltsplatzhalter 4"/>
          <p:cNvSpPr txBox="1">
            <a:spLocks/>
          </p:cNvSpPr>
          <p:nvPr/>
        </p:nvSpPr>
        <p:spPr>
          <a:xfrm>
            <a:off x="967154" y="3215049"/>
            <a:ext cx="10267244" cy="492443"/>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900"/>
              </a:spcAft>
              <a:buNone/>
            </a:pPr>
            <a:r>
              <a:rPr lang="en-US" sz="1800" b="1" dirty="0">
                <a:latin typeface="Segoe UI" panose="020B0502040204020203" pitchFamily="34" charset="0"/>
                <a:cs typeface="Segoe UI" panose="020B0502040204020203" pitchFamily="34" charset="0"/>
              </a:rPr>
              <a:t>CÔNG VĂN SỐ 1517/BYT-KCB NGÀY 06/03/2008</a:t>
            </a:r>
            <a:br>
              <a:rPr lang="en-US" sz="1800" b="1" dirty="0">
                <a:latin typeface="Segoe UI" panose="020B0502040204020203" pitchFamily="34" charset="0"/>
                <a:cs typeface="Segoe UI" panose="020B0502040204020203" pitchFamily="34" charset="0"/>
              </a:rPr>
            </a:br>
            <a:r>
              <a:rPr lang="vi-VN" sz="1400" dirty="0">
                <a:latin typeface="Segoe UI" panose="020B0502040204020203" pitchFamily="34" charset="0"/>
                <a:cs typeface="Segoe UI" panose="020B0502040204020203" pitchFamily="34" charset="0"/>
              </a:rPr>
              <a:t>Hướng dẫn thực hiện Quy chế kê đơn thuốc trong điều trị ngoại trú</a:t>
            </a:r>
            <a:r>
              <a:rPr lang="vi-VN" sz="1200" dirty="0">
                <a:latin typeface="Segoe UI" panose="020B0502040204020203" pitchFamily="34" charset="0"/>
                <a:cs typeface="Segoe UI" panose="020B0502040204020203" pitchFamily="34" charset="0"/>
              </a:rPr>
              <a:t>.</a:t>
            </a:r>
            <a:r>
              <a:rPr lang="en-US" sz="1200" dirty="0">
                <a:latin typeface="Segoe UI" panose="020B0502040204020203" pitchFamily="34" charset="0"/>
                <a:cs typeface="Segoe UI" panose="020B0502040204020203" pitchFamily="34" charset="0"/>
              </a:rPr>
              <a:t> </a:t>
            </a:r>
          </a:p>
        </p:txBody>
      </p:sp>
      <p:sp>
        <p:nvSpPr>
          <p:cNvPr id="32" name="Inhaltsplatzhalter 4"/>
          <p:cNvSpPr txBox="1">
            <a:spLocks/>
          </p:cNvSpPr>
          <p:nvPr/>
        </p:nvSpPr>
        <p:spPr>
          <a:xfrm>
            <a:off x="962379" y="4072965"/>
            <a:ext cx="10267244" cy="492443"/>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900"/>
              </a:spcAft>
              <a:buNone/>
            </a:pPr>
            <a:r>
              <a:rPr lang="en-US" sz="1800" b="1" dirty="0">
                <a:latin typeface="Segoe UI" panose="020B0502040204020203" pitchFamily="34" charset="0"/>
                <a:cs typeface="Segoe UI" panose="020B0502040204020203" pitchFamily="34" charset="0"/>
              </a:rPr>
              <a:t>QUYẾT ĐỊNH SỐ 772/QĐ-BYT NGÀY 04/03/2016</a:t>
            </a:r>
            <a:br>
              <a:rPr lang="en-US" sz="1800" b="1" dirty="0">
                <a:latin typeface="Segoe UI" panose="020B0502040204020203" pitchFamily="34" charset="0"/>
                <a:cs typeface="Segoe UI" panose="020B0502040204020203" pitchFamily="34" charset="0"/>
              </a:rPr>
            </a:br>
            <a:r>
              <a:rPr lang="vi-VN" sz="1400" dirty="0">
                <a:latin typeface="Segoe UI" panose="020B0502040204020203" pitchFamily="34" charset="0"/>
                <a:cs typeface="Segoe UI" panose="020B0502040204020203" pitchFamily="34" charset="0"/>
              </a:rPr>
              <a:t>Hướng dẫn thực hiện quản lý sử dụng kháng sinh trong bệnh viện</a:t>
            </a:r>
            <a:endParaRPr lang="en-US" sz="1200" dirty="0">
              <a:latin typeface="Segoe UI" panose="020B0502040204020203" pitchFamily="34" charset="0"/>
              <a:cs typeface="Segoe UI" panose="020B0502040204020203" pitchFamily="34" charset="0"/>
            </a:endParaRPr>
          </a:p>
        </p:txBody>
      </p:sp>
      <p:sp>
        <p:nvSpPr>
          <p:cNvPr id="33" name="Inhaltsplatzhalter 4"/>
          <p:cNvSpPr txBox="1">
            <a:spLocks/>
          </p:cNvSpPr>
          <p:nvPr/>
        </p:nvSpPr>
        <p:spPr>
          <a:xfrm>
            <a:off x="962379" y="4963638"/>
            <a:ext cx="10267244" cy="492443"/>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900"/>
              </a:spcAft>
              <a:buNone/>
            </a:pPr>
            <a:r>
              <a:rPr lang="en-US" sz="1800" b="1" dirty="0">
                <a:latin typeface="Segoe UI" panose="020B0502040204020203" pitchFamily="34" charset="0"/>
                <a:cs typeface="Segoe UI" panose="020B0502040204020203" pitchFamily="34" charset="0"/>
              </a:rPr>
              <a:t>QUYẾT ĐỊNH SỐ 4041/QĐ-BYT NGÀY 07/09/2017</a:t>
            </a:r>
            <a:br>
              <a:rPr lang="en-US" sz="1800" b="1" dirty="0">
                <a:latin typeface="Segoe UI" panose="020B0502040204020203" pitchFamily="34" charset="0"/>
                <a:cs typeface="Segoe UI" panose="020B0502040204020203" pitchFamily="34" charset="0"/>
              </a:rPr>
            </a:br>
            <a:r>
              <a:rPr lang="vi-VN" sz="1400" dirty="0">
                <a:latin typeface="Segoe UI" panose="020B0502040204020203" pitchFamily="34" charset="0"/>
                <a:cs typeface="Segoe UI" panose="020B0502040204020203" pitchFamily="34" charset="0"/>
              </a:rPr>
              <a:t>phê duyệt đề án tăng cường kiểm soát kê đơn thuốc và bán thuốc kê đơn giai đoạn 2017-2020</a:t>
            </a:r>
            <a:endParaRPr lang="en-US" sz="1200" dirty="0">
              <a:latin typeface="Segoe UI" panose="020B0502040204020203" pitchFamily="34" charset="0"/>
              <a:cs typeface="Segoe UI" panose="020B0502040204020203" pitchFamily="34" charset="0"/>
            </a:endParaRPr>
          </a:p>
        </p:txBody>
      </p:sp>
      <p:grpSp>
        <p:nvGrpSpPr>
          <p:cNvPr id="6" name="Group 5"/>
          <p:cNvGrpSpPr/>
          <p:nvPr/>
        </p:nvGrpSpPr>
        <p:grpSpPr>
          <a:xfrm>
            <a:off x="614277" y="4138036"/>
            <a:ext cx="6485557" cy="1413022"/>
            <a:chOff x="727186" y="3984004"/>
            <a:chExt cx="6326991" cy="1106560"/>
          </a:xfrm>
        </p:grpSpPr>
        <p:grpSp>
          <p:nvGrpSpPr>
            <p:cNvPr id="37" name="Group 36"/>
            <p:cNvGrpSpPr/>
            <p:nvPr/>
          </p:nvGrpSpPr>
          <p:grpSpPr>
            <a:xfrm>
              <a:off x="727186" y="3984004"/>
              <a:ext cx="6326991" cy="1106560"/>
              <a:chOff x="508001" y="4447130"/>
              <a:chExt cx="6326991" cy="1106560"/>
            </a:xfrm>
          </p:grpSpPr>
          <p:grpSp>
            <p:nvGrpSpPr>
              <p:cNvPr id="90" name="Group 89"/>
              <p:cNvGrpSpPr/>
              <p:nvPr/>
            </p:nvGrpSpPr>
            <p:grpSpPr>
              <a:xfrm>
                <a:off x="508001" y="4447130"/>
                <a:ext cx="6326991" cy="1106560"/>
                <a:chOff x="3135313" y="1100138"/>
                <a:chExt cx="8387023" cy="1466850"/>
              </a:xfrm>
            </p:grpSpPr>
            <p:sp>
              <p:nvSpPr>
                <p:cNvPr id="92" name="Freeform 5"/>
                <p:cNvSpPr>
                  <a:spLocks/>
                </p:cNvSpPr>
                <p:nvPr/>
              </p:nvSpPr>
              <p:spPr bwMode="auto">
                <a:xfrm>
                  <a:off x="3135313" y="1100138"/>
                  <a:ext cx="2406650" cy="625475"/>
                </a:xfrm>
                <a:custGeom>
                  <a:avLst/>
                  <a:gdLst>
                    <a:gd name="T0" fmla="*/ 616 w 1516"/>
                    <a:gd name="T1" fmla="*/ 0 h 394"/>
                    <a:gd name="T2" fmla="*/ 1516 w 1516"/>
                    <a:gd name="T3" fmla="*/ 154 h 394"/>
                    <a:gd name="T4" fmla="*/ 899 w 1516"/>
                    <a:gd name="T5" fmla="*/ 394 h 394"/>
                    <a:gd name="T6" fmla="*/ 0 w 1516"/>
                    <a:gd name="T7" fmla="*/ 239 h 394"/>
                    <a:gd name="T8" fmla="*/ 616 w 1516"/>
                    <a:gd name="T9" fmla="*/ 0 h 394"/>
                  </a:gdLst>
                  <a:ahLst/>
                  <a:cxnLst>
                    <a:cxn ang="0">
                      <a:pos x="T0" y="T1"/>
                    </a:cxn>
                    <a:cxn ang="0">
                      <a:pos x="T2" y="T3"/>
                    </a:cxn>
                    <a:cxn ang="0">
                      <a:pos x="T4" y="T5"/>
                    </a:cxn>
                    <a:cxn ang="0">
                      <a:pos x="T6" y="T7"/>
                    </a:cxn>
                    <a:cxn ang="0">
                      <a:pos x="T8" y="T9"/>
                    </a:cxn>
                  </a:cxnLst>
                  <a:rect l="0" t="0" r="r" b="b"/>
                  <a:pathLst>
                    <a:path w="1516" h="394">
                      <a:moveTo>
                        <a:pt x="616" y="0"/>
                      </a:moveTo>
                      <a:lnTo>
                        <a:pt x="1516" y="154"/>
                      </a:lnTo>
                      <a:lnTo>
                        <a:pt x="899" y="394"/>
                      </a:lnTo>
                      <a:lnTo>
                        <a:pt x="0" y="239"/>
                      </a:lnTo>
                      <a:lnTo>
                        <a:pt x="616" y="0"/>
                      </a:lnTo>
                      <a:close/>
                    </a:path>
                  </a:pathLst>
                </a:cu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6"/>
                <p:cNvSpPr>
                  <a:spLocks/>
                </p:cNvSpPr>
                <p:nvPr/>
              </p:nvSpPr>
              <p:spPr bwMode="auto">
                <a:xfrm>
                  <a:off x="3135313" y="1100138"/>
                  <a:ext cx="2406650" cy="625475"/>
                </a:xfrm>
                <a:custGeom>
                  <a:avLst/>
                  <a:gdLst>
                    <a:gd name="T0" fmla="*/ 616 w 1516"/>
                    <a:gd name="T1" fmla="*/ 0 h 394"/>
                    <a:gd name="T2" fmla="*/ 1516 w 1516"/>
                    <a:gd name="T3" fmla="*/ 154 h 394"/>
                    <a:gd name="T4" fmla="*/ 899 w 1516"/>
                    <a:gd name="T5" fmla="*/ 394 h 394"/>
                    <a:gd name="T6" fmla="*/ 0 w 1516"/>
                    <a:gd name="T7" fmla="*/ 239 h 394"/>
                    <a:gd name="T8" fmla="*/ 616 w 1516"/>
                    <a:gd name="T9" fmla="*/ 0 h 394"/>
                  </a:gdLst>
                  <a:ahLst/>
                  <a:cxnLst>
                    <a:cxn ang="0">
                      <a:pos x="T0" y="T1"/>
                    </a:cxn>
                    <a:cxn ang="0">
                      <a:pos x="T2" y="T3"/>
                    </a:cxn>
                    <a:cxn ang="0">
                      <a:pos x="T4" y="T5"/>
                    </a:cxn>
                    <a:cxn ang="0">
                      <a:pos x="T6" y="T7"/>
                    </a:cxn>
                    <a:cxn ang="0">
                      <a:pos x="T8" y="T9"/>
                    </a:cxn>
                  </a:cxnLst>
                  <a:rect l="0" t="0" r="r" b="b"/>
                  <a:pathLst>
                    <a:path w="1516" h="394">
                      <a:moveTo>
                        <a:pt x="616" y="0"/>
                      </a:moveTo>
                      <a:lnTo>
                        <a:pt x="1516" y="154"/>
                      </a:lnTo>
                      <a:lnTo>
                        <a:pt x="899" y="394"/>
                      </a:lnTo>
                      <a:lnTo>
                        <a:pt x="0" y="239"/>
                      </a:lnTo>
                      <a:lnTo>
                        <a:pt x="61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7"/>
                <p:cNvSpPr>
                  <a:spLocks/>
                </p:cNvSpPr>
                <p:nvPr/>
              </p:nvSpPr>
              <p:spPr bwMode="auto">
                <a:xfrm>
                  <a:off x="4562475" y="1344613"/>
                  <a:ext cx="985837" cy="1222375"/>
                </a:xfrm>
                <a:custGeom>
                  <a:avLst/>
                  <a:gdLst>
                    <a:gd name="T0" fmla="*/ 617 w 621"/>
                    <a:gd name="T1" fmla="*/ 0 h 770"/>
                    <a:gd name="T2" fmla="*/ 621 w 621"/>
                    <a:gd name="T3" fmla="*/ 530 h 770"/>
                    <a:gd name="T4" fmla="*/ 4 w 621"/>
                    <a:gd name="T5" fmla="*/ 770 h 770"/>
                    <a:gd name="T6" fmla="*/ 0 w 621"/>
                    <a:gd name="T7" fmla="*/ 240 h 770"/>
                    <a:gd name="T8" fmla="*/ 617 w 621"/>
                    <a:gd name="T9" fmla="*/ 0 h 770"/>
                  </a:gdLst>
                  <a:ahLst/>
                  <a:cxnLst>
                    <a:cxn ang="0">
                      <a:pos x="T0" y="T1"/>
                    </a:cxn>
                    <a:cxn ang="0">
                      <a:pos x="T2" y="T3"/>
                    </a:cxn>
                    <a:cxn ang="0">
                      <a:pos x="T4" y="T5"/>
                    </a:cxn>
                    <a:cxn ang="0">
                      <a:pos x="T6" y="T7"/>
                    </a:cxn>
                    <a:cxn ang="0">
                      <a:pos x="T8" y="T9"/>
                    </a:cxn>
                  </a:cxnLst>
                  <a:rect l="0" t="0" r="r" b="b"/>
                  <a:pathLst>
                    <a:path w="621" h="770">
                      <a:moveTo>
                        <a:pt x="617" y="0"/>
                      </a:moveTo>
                      <a:lnTo>
                        <a:pt x="621" y="530"/>
                      </a:lnTo>
                      <a:lnTo>
                        <a:pt x="4" y="770"/>
                      </a:lnTo>
                      <a:lnTo>
                        <a:pt x="0" y="240"/>
                      </a:lnTo>
                      <a:lnTo>
                        <a:pt x="617" y="0"/>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8"/>
                <p:cNvSpPr>
                  <a:spLocks/>
                </p:cNvSpPr>
                <p:nvPr/>
              </p:nvSpPr>
              <p:spPr bwMode="auto">
                <a:xfrm>
                  <a:off x="4562475" y="1344613"/>
                  <a:ext cx="985837" cy="1222375"/>
                </a:xfrm>
                <a:custGeom>
                  <a:avLst/>
                  <a:gdLst>
                    <a:gd name="T0" fmla="*/ 617 w 621"/>
                    <a:gd name="T1" fmla="*/ 0 h 770"/>
                    <a:gd name="T2" fmla="*/ 621 w 621"/>
                    <a:gd name="T3" fmla="*/ 530 h 770"/>
                    <a:gd name="T4" fmla="*/ 4 w 621"/>
                    <a:gd name="T5" fmla="*/ 770 h 770"/>
                    <a:gd name="T6" fmla="*/ 0 w 621"/>
                    <a:gd name="T7" fmla="*/ 240 h 770"/>
                    <a:gd name="T8" fmla="*/ 617 w 621"/>
                    <a:gd name="T9" fmla="*/ 0 h 770"/>
                  </a:gdLst>
                  <a:ahLst/>
                  <a:cxnLst>
                    <a:cxn ang="0">
                      <a:pos x="T0" y="T1"/>
                    </a:cxn>
                    <a:cxn ang="0">
                      <a:pos x="T2" y="T3"/>
                    </a:cxn>
                    <a:cxn ang="0">
                      <a:pos x="T4" y="T5"/>
                    </a:cxn>
                    <a:cxn ang="0">
                      <a:pos x="T6" y="T7"/>
                    </a:cxn>
                    <a:cxn ang="0">
                      <a:pos x="T8" y="T9"/>
                    </a:cxn>
                  </a:cxnLst>
                  <a:rect l="0" t="0" r="r" b="b"/>
                  <a:pathLst>
                    <a:path w="621" h="770">
                      <a:moveTo>
                        <a:pt x="617" y="0"/>
                      </a:moveTo>
                      <a:lnTo>
                        <a:pt x="621" y="530"/>
                      </a:lnTo>
                      <a:lnTo>
                        <a:pt x="4" y="770"/>
                      </a:lnTo>
                      <a:lnTo>
                        <a:pt x="0" y="240"/>
                      </a:lnTo>
                      <a:lnTo>
                        <a:pt x="61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9"/>
                <p:cNvSpPr>
                  <a:spLocks/>
                </p:cNvSpPr>
                <p:nvPr/>
              </p:nvSpPr>
              <p:spPr bwMode="auto">
                <a:xfrm>
                  <a:off x="3135313" y="1479550"/>
                  <a:ext cx="1433512" cy="1087437"/>
                </a:xfrm>
                <a:custGeom>
                  <a:avLst/>
                  <a:gdLst>
                    <a:gd name="T0" fmla="*/ 899 w 903"/>
                    <a:gd name="T1" fmla="*/ 155 h 685"/>
                    <a:gd name="T2" fmla="*/ 903 w 903"/>
                    <a:gd name="T3" fmla="*/ 685 h 685"/>
                    <a:gd name="T4" fmla="*/ 3 w 903"/>
                    <a:gd name="T5" fmla="*/ 530 h 685"/>
                    <a:gd name="T6" fmla="*/ 0 w 903"/>
                    <a:gd name="T7" fmla="*/ 0 h 685"/>
                    <a:gd name="T8" fmla="*/ 899 w 903"/>
                    <a:gd name="T9" fmla="*/ 155 h 685"/>
                  </a:gdLst>
                  <a:ahLst/>
                  <a:cxnLst>
                    <a:cxn ang="0">
                      <a:pos x="T0" y="T1"/>
                    </a:cxn>
                    <a:cxn ang="0">
                      <a:pos x="T2" y="T3"/>
                    </a:cxn>
                    <a:cxn ang="0">
                      <a:pos x="T4" y="T5"/>
                    </a:cxn>
                    <a:cxn ang="0">
                      <a:pos x="T6" y="T7"/>
                    </a:cxn>
                    <a:cxn ang="0">
                      <a:pos x="T8" y="T9"/>
                    </a:cxn>
                  </a:cxnLst>
                  <a:rect l="0" t="0" r="r" b="b"/>
                  <a:pathLst>
                    <a:path w="903" h="685">
                      <a:moveTo>
                        <a:pt x="899" y="155"/>
                      </a:moveTo>
                      <a:lnTo>
                        <a:pt x="903" y="685"/>
                      </a:lnTo>
                      <a:lnTo>
                        <a:pt x="3" y="530"/>
                      </a:lnTo>
                      <a:lnTo>
                        <a:pt x="0" y="0"/>
                      </a:lnTo>
                      <a:lnTo>
                        <a:pt x="899" y="155"/>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10"/>
                <p:cNvSpPr>
                  <a:spLocks/>
                </p:cNvSpPr>
                <p:nvPr/>
              </p:nvSpPr>
              <p:spPr bwMode="auto">
                <a:xfrm>
                  <a:off x="3135313" y="1479550"/>
                  <a:ext cx="1433512" cy="1087437"/>
                </a:xfrm>
                <a:custGeom>
                  <a:avLst/>
                  <a:gdLst>
                    <a:gd name="T0" fmla="*/ 899 w 903"/>
                    <a:gd name="T1" fmla="*/ 155 h 685"/>
                    <a:gd name="T2" fmla="*/ 903 w 903"/>
                    <a:gd name="T3" fmla="*/ 685 h 685"/>
                    <a:gd name="T4" fmla="*/ 3 w 903"/>
                    <a:gd name="T5" fmla="*/ 530 h 685"/>
                    <a:gd name="T6" fmla="*/ 0 w 903"/>
                    <a:gd name="T7" fmla="*/ 0 h 685"/>
                    <a:gd name="T8" fmla="*/ 899 w 903"/>
                    <a:gd name="T9" fmla="*/ 155 h 685"/>
                  </a:gdLst>
                  <a:ahLst/>
                  <a:cxnLst>
                    <a:cxn ang="0">
                      <a:pos x="T0" y="T1"/>
                    </a:cxn>
                    <a:cxn ang="0">
                      <a:pos x="T2" y="T3"/>
                    </a:cxn>
                    <a:cxn ang="0">
                      <a:pos x="T4" y="T5"/>
                    </a:cxn>
                    <a:cxn ang="0">
                      <a:pos x="T6" y="T7"/>
                    </a:cxn>
                    <a:cxn ang="0">
                      <a:pos x="T8" y="T9"/>
                    </a:cxn>
                  </a:cxnLst>
                  <a:rect l="0" t="0" r="r" b="b"/>
                  <a:pathLst>
                    <a:path w="903" h="685">
                      <a:moveTo>
                        <a:pt x="899" y="155"/>
                      </a:moveTo>
                      <a:lnTo>
                        <a:pt x="903" y="685"/>
                      </a:lnTo>
                      <a:lnTo>
                        <a:pt x="3" y="530"/>
                      </a:lnTo>
                      <a:lnTo>
                        <a:pt x="0" y="0"/>
                      </a:lnTo>
                      <a:lnTo>
                        <a:pt x="899" y="15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11"/>
                <p:cNvSpPr>
                  <a:spLocks/>
                </p:cNvSpPr>
                <p:nvPr/>
              </p:nvSpPr>
              <p:spPr bwMode="auto">
                <a:xfrm>
                  <a:off x="3135313" y="1336675"/>
                  <a:ext cx="2406650" cy="388937"/>
                </a:xfrm>
                <a:custGeom>
                  <a:avLst/>
                  <a:gdLst>
                    <a:gd name="T0" fmla="*/ 966 w 985"/>
                    <a:gd name="T1" fmla="*/ 0 h 158"/>
                    <a:gd name="T2" fmla="*/ 584 w 985"/>
                    <a:gd name="T3" fmla="*/ 148 h 158"/>
                    <a:gd name="T4" fmla="*/ 19 w 985"/>
                    <a:gd name="T5" fmla="*/ 51 h 158"/>
                    <a:gd name="T6" fmla="*/ 0 w 985"/>
                    <a:gd name="T7" fmla="*/ 58 h 158"/>
                    <a:gd name="T8" fmla="*/ 584 w 985"/>
                    <a:gd name="T9" fmla="*/ 158 h 158"/>
                    <a:gd name="T10" fmla="*/ 584 w 985"/>
                    <a:gd name="T11" fmla="*/ 158 h 158"/>
                    <a:gd name="T12" fmla="*/ 584 w 985"/>
                    <a:gd name="T13" fmla="*/ 158 h 158"/>
                    <a:gd name="T14" fmla="*/ 584 w 985"/>
                    <a:gd name="T15" fmla="*/ 158 h 158"/>
                    <a:gd name="T16" fmla="*/ 584 w 985"/>
                    <a:gd name="T17" fmla="*/ 158 h 158"/>
                    <a:gd name="T18" fmla="*/ 584 w 985"/>
                    <a:gd name="T19" fmla="*/ 158 h 158"/>
                    <a:gd name="T20" fmla="*/ 584 w 985"/>
                    <a:gd name="T21" fmla="*/ 158 h 158"/>
                    <a:gd name="T22" fmla="*/ 584 w 985"/>
                    <a:gd name="T23" fmla="*/ 158 h 158"/>
                    <a:gd name="T24" fmla="*/ 781 w 985"/>
                    <a:gd name="T25" fmla="*/ 82 h 158"/>
                    <a:gd name="T26" fmla="*/ 985 w 985"/>
                    <a:gd name="T27" fmla="*/ 3 h 158"/>
                    <a:gd name="T28" fmla="*/ 966 w 985"/>
                    <a:gd name="T29" fmla="*/ 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85" h="158">
                      <a:moveTo>
                        <a:pt x="966" y="0"/>
                      </a:moveTo>
                      <a:cubicBezTo>
                        <a:pt x="584" y="148"/>
                        <a:pt x="584" y="148"/>
                        <a:pt x="584" y="148"/>
                      </a:cubicBezTo>
                      <a:cubicBezTo>
                        <a:pt x="19" y="51"/>
                        <a:pt x="19" y="51"/>
                        <a:pt x="19" y="51"/>
                      </a:cubicBezTo>
                      <a:cubicBezTo>
                        <a:pt x="0" y="58"/>
                        <a:pt x="0" y="58"/>
                        <a:pt x="0" y="58"/>
                      </a:cubicBezTo>
                      <a:cubicBezTo>
                        <a:pt x="584" y="158"/>
                        <a:pt x="584" y="158"/>
                        <a:pt x="584" y="158"/>
                      </a:cubicBezTo>
                      <a:cubicBezTo>
                        <a:pt x="584" y="158"/>
                        <a:pt x="584" y="158"/>
                        <a:pt x="584" y="158"/>
                      </a:cubicBezTo>
                      <a:cubicBezTo>
                        <a:pt x="584" y="158"/>
                        <a:pt x="584" y="158"/>
                        <a:pt x="584" y="158"/>
                      </a:cubicBezTo>
                      <a:cubicBezTo>
                        <a:pt x="584" y="158"/>
                        <a:pt x="584" y="158"/>
                        <a:pt x="584" y="158"/>
                      </a:cubicBezTo>
                      <a:cubicBezTo>
                        <a:pt x="584" y="158"/>
                        <a:pt x="584" y="158"/>
                        <a:pt x="584" y="158"/>
                      </a:cubicBezTo>
                      <a:cubicBezTo>
                        <a:pt x="584" y="158"/>
                        <a:pt x="584" y="158"/>
                        <a:pt x="584" y="158"/>
                      </a:cubicBezTo>
                      <a:cubicBezTo>
                        <a:pt x="584" y="158"/>
                        <a:pt x="584" y="158"/>
                        <a:pt x="584" y="158"/>
                      </a:cubicBezTo>
                      <a:cubicBezTo>
                        <a:pt x="584" y="158"/>
                        <a:pt x="584" y="158"/>
                        <a:pt x="584" y="158"/>
                      </a:cubicBezTo>
                      <a:cubicBezTo>
                        <a:pt x="585" y="158"/>
                        <a:pt x="670" y="120"/>
                        <a:pt x="781" y="82"/>
                      </a:cubicBezTo>
                      <a:cubicBezTo>
                        <a:pt x="985" y="3"/>
                        <a:pt x="985" y="3"/>
                        <a:pt x="985" y="3"/>
                      </a:cubicBezTo>
                      <a:cubicBezTo>
                        <a:pt x="966" y="0"/>
                        <a:pt x="966" y="0"/>
                        <a:pt x="966" y="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12"/>
                <p:cNvSpPr>
                  <a:spLocks/>
                </p:cNvSpPr>
                <p:nvPr/>
              </p:nvSpPr>
              <p:spPr bwMode="auto">
                <a:xfrm>
                  <a:off x="4562476" y="1344613"/>
                  <a:ext cx="6959860" cy="1222375"/>
                </a:xfrm>
                <a:custGeom>
                  <a:avLst/>
                  <a:gdLst>
                    <a:gd name="T0" fmla="*/ 2136 w 2136"/>
                    <a:gd name="T1" fmla="*/ 0 h 498"/>
                    <a:gd name="T2" fmla="*/ 564 w 2136"/>
                    <a:gd name="T3" fmla="*/ 0 h 498"/>
                    <a:gd name="T4" fmla="*/ 0 w 2136"/>
                    <a:gd name="T5" fmla="*/ 155 h 498"/>
                    <a:gd name="T6" fmla="*/ 0 w 2136"/>
                    <a:gd name="T7" fmla="*/ 498 h 498"/>
                    <a:gd name="T8" fmla="*/ 564 w 2136"/>
                    <a:gd name="T9" fmla="*/ 347 h 498"/>
                    <a:gd name="T10" fmla="*/ 2136 w 2136"/>
                    <a:gd name="T11" fmla="*/ 347 h 498"/>
                    <a:gd name="T12" fmla="*/ 2046 w 2136"/>
                    <a:gd name="T13" fmla="*/ 173 h 498"/>
                    <a:gd name="T14" fmla="*/ 2136 w 2136"/>
                    <a:gd name="T15" fmla="*/ 0 h 4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6" h="498">
                      <a:moveTo>
                        <a:pt x="2136" y="0"/>
                      </a:moveTo>
                      <a:cubicBezTo>
                        <a:pt x="564" y="0"/>
                        <a:pt x="564" y="0"/>
                        <a:pt x="564" y="0"/>
                      </a:cubicBezTo>
                      <a:cubicBezTo>
                        <a:pt x="348" y="0"/>
                        <a:pt x="0" y="155"/>
                        <a:pt x="0" y="155"/>
                      </a:cubicBezTo>
                      <a:cubicBezTo>
                        <a:pt x="0" y="498"/>
                        <a:pt x="0" y="498"/>
                        <a:pt x="0" y="498"/>
                      </a:cubicBezTo>
                      <a:cubicBezTo>
                        <a:pt x="0" y="498"/>
                        <a:pt x="331" y="347"/>
                        <a:pt x="564" y="347"/>
                      </a:cubicBezTo>
                      <a:cubicBezTo>
                        <a:pt x="2136" y="347"/>
                        <a:pt x="2136" y="347"/>
                        <a:pt x="2136" y="347"/>
                      </a:cubicBezTo>
                      <a:cubicBezTo>
                        <a:pt x="2046" y="173"/>
                        <a:pt x="2046" y="173"/>
                        <a:pt x="2046" y="173"/>
                      </a:cubicBezTo>
                      <a:cubicBezTo>
                        <a:pt x="2136" y="0"/>
                        <a:pt x="2136" y="0"/>
                        <a:pt x="2136" y="0"/>
                      </a:cubicBezTo>
                    </a:path>
                  </a:pathLst>
                </a:cu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13"/>
                <p:cNvSpPr>
                  <a:spLocks noEditPoints="1"/>
                </p:cNvSpPr>
                <p:nvPr/>
              </p:nvSpPr>
              <p:spPr bwMode="auto">
                <a:xfrm>
                  <a:off x="4562475" y="17256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14"/>
                <p:cNvSpPr>
                  <a:spLocks/>
                </p:cNvSpPr>
                <p:nvPr/>
              </p:nvSpPr>
              <p:spPr bwMode="auto">
                <a:xfrm>
                  <a:off x="4562475" y="2563813"/>
                  <a:ext cx="1587" cy="3175"/>
                </a:xfrm>
                <a:custGeom>
                  <a:avLst/>
                  <a:gdLst>
                    <a:gd name="T0" fmla="*/ 1 w 1"/>
                    <a:gd name="T1" fmla="*/ 0 h 1"/>
                    <a:gd name="T2" fmla="*/ 0 w 1"/>
                    <a:gd name="T3" fmla="*/ 1 h 1"/>
                    <a:gd name="T4" fmla="*/ 1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1"/>
                        <a:pt x="1" y="1"/>
                        <a:pt x="0" y="1"/>
                      </a:cubicBezTo>
                      <a:cubicBezTo>
                        <a:pt x="1" y="1"/>
                        <a:pt x="1" y="1"/>
                        <a:pt x="1" y="0"/>
                      </a:cubicBezTo>
                      <a:cubicBezTo>
                        <a:pt x="1" y="0"/>
                        <a:pt x="1" y="0"/>
                        <a:pt x="1"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15"/>
                <p:cNvSpPr>
                  <a:spLocks/>
                </p:cNvSpPr>
                <p:nvPr/>
              </p:nvSpPr>
              <p:spPr bwMode="auto">
                <a:xfrm>
                  <a:off x="4568825" y="2544763"/>
                  <a:ext cx="39687" cy="15875"/>
                </a:xfrm>
                <a:custGeom>
                  <a:avLst/>
                  <a:gdLst>
                    <a:gd name="T0" fmla="*/ 16 w 16"/>
                    <a:gd name="T1" fmla="*/ 0 h 7"/>
                    <a:gd name="T2" fmla="*/ 0 w 16"/>
                    <a:gd name="T3" fmla="*/ 7 h 7"/>
                    <a:gd name="T4" fmla="*/ 0 w 16"/>
                    <a:gd name="T5" fmla="*/ 7 h 7"/>
                    <a:gd name="T6" fmla="*/ 16 w 16"/>
                    <a:gd name="T7" fmla="*/ 0 h 7"/>
                    <a:gd name="T8" fmla="*/ 16 w 16"/>
                    <a:gd name="T9" fmla="*/ 0 h 7"/>
                  </a:gdLst>
                  <a:ahLst/>
                  <a:cxnLst>
                    <a:cxn ang="0">
                      <a:pos x="T0" y="T1"/>
                    </a:cxn>
                    <a:cxn ang="0">
                      <a:pos x="T2" y="T3"/>
                    </a:cxn>
                    <a:cxn ang="0">
                      <a:pos x="T4" y="T5"/>
                    </a:cxn>
                    <a:cxn ang="0">
                      <a:pos x="T6" y="T7"/>
                    </a:cxn>
                    <a:cxn ang="0">
                      <a:pos x="T8" y="T9"/>
                    </a:cxn>
                  </a:cxnLst>
                  <a:rect l="0" t="0" r="r" b="b"/>
                  <a:pathLst>
                    <a:path w="16" h="7">
                      <a:moveTo>
                        <a:pt x="16" y="0"/>
                      </a:moveTo>
                      <a:cubicBezTo>
                        <a:pt x="9" y="4"/>
                        <a:pt x="3" y="6"/>
                        <a:pt x="0" y="7"/>
                      </a:cubicBezTo>
                      <a:cubicBezTo>
                        <a:pt x="0" y="7"/>
                        <a:pt x="0" y="7"/>
                        <a:pt x="0" y="7"/>
                      </a:cubicBezTo>
                      <a:cubicBezTo>
                        <a:pt x="3" y="6"/>
                        <a:pt x="9" y="4"/>
                        <a:pt x="16" y="0"/>
                      </a:cubicBezTo>
                      <a:cubicBezTo>
                        <a:pt x="16" y="0"/>
                        <a:pt x="16"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16"/>
                <p:cNvSpPr>
                  <a:spLocks/>
                </p:cNvSpPr>
                <p:nvPr/>
              </p:nvSpPr>
              <p:spPr bwMode="auto">
                <a:xfrm>
                  <a:off x="4564063" y="2560638"/>
                  <a:ext cx="4762" cy="3175"/>
                </a:xfrm>
                <a:custGeom>
                  <a:avLst/>
                  <a:gdLst>
                    <a:gd name="T0" fmla="*/ 2 w 2"/>
                    <a:gd name="T1" fmla="*/ 0 h 1"/>
                    <a:gd name="T2" fmla="*/ 0 w 2"/>
                    <a:gd name="T3" fmla="*/ 1 h 1"/>
                    <a:gd name="T4" fmla="*/ 0 w 2"/>
                    <a:gd name="T5" fmla="*/ 1 h 1"/>
                    <a:gd name="T6" fmla="*/ 2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1" y="1"/>
                        <a:pt x="1" y="1"/>
                        <a:pt x="0" y="1"/>
                      </a:cubicBezTo>
                      <a:cubicBezTo>
                        <a:pt x="0" y="1"/>
                        <a:pt x="0" y="1"/>
                        <a:pt x="0" y="1"/>
                      </a:cubicBezTo>
                      <a:cubicBezTo>
                        <a:pt x="1" y="1"/>
                        <a:pt x="1" y="1"/>
                        <a:pt x="2" y="0"/>
                      </a:cubicBezTo>
                      <a:cubicBezTo>
                        <a:pt x="2" y="0"/>
                        <a:pt x="2" y="0"/>
                        <a:pt x="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17"/>
                <p:cNvSpPr>
                  <a:spLocks/>
                </p:cNvSpPr>
                <p:nvPr/>
              </p:nvSpPr>
              <p:spPr bwMode="auto">
                <a:xfrm>
                  <a:off x="4562475" y="1704975"/>
                  <a:ext cx="46037" cy="862012"/>
                </a:xfrm>
                <a:custGeom>
                  <a:avLst/>
                  <a:gdLst>
                    <a:gd name="T0" fmla="*/ 19 w 19"/>
                    <a:gd name="T1" fmla="*/ 0 h 351"/>
                    <a:gd name="T2" fmla="*/ 0 w 19"/>
                    <a:gd name="T3" fmla="*/ 8 h 351"/>
                    <a:gd name="T4" fmla="*/ 0 w 19"/>
                    <a:gd name="T5" fmla="*/ 8 h 351"/>
                    <a:gd name="T6" fmla="*/ 0 w 19"/>
                    <a:gd name="T7" fmla="*/ 8 h 351"/>
                    <a:gd name="T8" fmla="*/ 0 w 19"/>
                    <a:gd name="T9" fmla="*/ 8 h 351"/>
                    <a:gd name="T10" fmla="*/ 0 w 19"/>
                    <a:gd name="T11" fmla="*/ 8 h 351"/>
                    <a:gd name="T12" fmla="*/ 0 w 19"/>
                    <a:gd name="T13" fmla="*/ 8 h 351"/>
                    <a:gd name="T14" fmla="*/ 0 w 19"/>
                    <a:gd name="T15" fmla="*/ 8 h 351"/>
                    <a:gd name="T16" fmla="*/ 0 w 19"/>
                    <a:gd name="T17" fmla="*/ 8 h 351"/>
                    <a:gd name="T18" fmla="*/ 0 w 19"/>
                    <a:gd name="T19" fmla="*/ 8 h 351"/>
                    <a:gd name="T20" fmla="*/ 0 w 19"/>
                    <a:gd name="T21" fmla="*/ 8 h 351"/>
                    <a:gd name="T22" fmla="*/ 0 w 19"/>
                    <a:gd name="T23" fmla="*/ 351 h 351"/>
                    <a:gd name="T24" fmla="*/ 0 w 19"/>
                    <a:gd name="T25" fmla="*/ 351 h 351"/>
                    <a:gd name="T26" fmla="*/ 0 w 19"/>
                    <a:gd name="T27" fmla="*/ 351 h 351"/>
                    <a:gd name="T28" fmla="*/ 0 w 19"/>
                    <a:gd name="T29" fmla="*/ 351 h 351"/>
                    <a:gd name="T30" fmla="*/ 1 w 19"/>
                    <a:gd name="T31" fmla="*/ 350 h 351"/>
                    <a:gd name="T32" fmla="*/ 3 w 19"/>
                    <a:gd name="T33" fmla="*/ 349 h 351"/>
                    <a:gd name="T34" fmla="*/ 19 w 19"/>
                    <a:gd name="T35" fmla="*/ 342 h 351"/>
                    <a:gd name="T36" fmla="*/ 19 w 19"/>
                    <a:gd name="T37" fmla="*/ 342 h 351"/>
                    <a:gd name="T38" fmla="*/ 19 w 19"/>
                    <a:gd name="T39" fmla="*/ 0 h 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 h="351">
                      <a:moveTo>
                        <a:pt x="19" y="0"/>
                      </a:moveTo>
                      <a:cubicBezTo>
                        <a:pt x="7" y="5"/>
                        <a:pt x="1"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351"/>
                        <a:pt x="0" y="351"/>
                        <a:pt x="0" y="351"/>
                      </a:cubicBezTo>
                      <a:cubicBezTo>
                        <a:pt x="0" y="351"/>
                        <a:pt x="0" y="351"/>
                        <a:pt x="0" y="351"/>
                      </a:cubicBezTo>
                      <a:cubicBezTo>
                        <a:pt x="0" y="351"/>
                        <a:pt x="0" y="351"/>
                        <a:pt x="0" y="351"/>
                      </a:cubicBezTo>
                      <a:cubicBezTo>
                        <a:pt x="0" y="351"/>
                        <a:pt x="0" y="351"/>
                        <a:pt x="0" y="351"/>
                      </a:cubicBezTo>
                      <a:cubicBezTo>
                        <a:pt x="1" y="351"/>
                        <a:pt x="1" y="351"/>
                        <a:pt x="1" y="350"/>
                      </a:cubicBezTo>
                      <a:cubicBezTo>
                        <a:pt x="2" y="350"/>
                        <a:pt x="2" y="350"/>
                        <a:pt x="3" y="349"/>
                      </a:cubicBezTo>
                      <a:cubicBezTo>
                        <a:pt x="6" y="348"/>
                        <a:pt x="12" y="346"/>
                        <a:pt x="19" y="342"/>
                      </a:cubicBezTo>
                      <a:cubicBezTo>
                        <a:pt x="19" y="342"/>
                        <a:pt x="19" y="342"/>
                        <a:pt x="19" y="342"/>
                      </a:cubicBezTo>
                      <a:cubicBezTo>
                        <a:pt x="19" y="0"/>
                        <a:pt x="19" y="0"/>
                        <a:pt x="19" y="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91" name="Inhaltsplatzhalter 4"/>
              <p:cNvSpPr txBox="1">
                <a:spLocks/>
              </p:cNvSpPr>
              <p:nvPr/>
            </p:nvSpPr>
            <p:spPr>
              <a:xfrm>
                <a:off x="589403" y="4928181"/>
                <a:ext cx="885242" cy="430887"/>
              </a:xfrm>
              <a:prstGeom prst="rect">
                <a:avLst/>
              </a:prstGeom>
            </p:spPr>
            <p:txBody>
              <a:bodyPr wrap="square" lIns="0" tIns="0" rIns="0" bIns="0" anchor="ctr">
                <a:spAutoFit/>
                <a:scene3d>
                  <a:camera prst="isometricOffAxis2Left"/>
                  <a:lightRig rig="threePt" dir="t"/>
                </a:scene3d>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800" b="1" dirty="0">
                    <a:latin typeface="+mj-lt"/>
                  </a:rPr>
                  <a:t>04</a:t>
                </a:r>
                <a:endParaRPr lang="en-US" sz="2000" dirty="0">
                  <a:latin typeface="+mn-lt"/>
                </a:endParaRPr>
              </a:p>
            </p:txBody>
          </p:sp>
        </p:grpSp>
        <p:sp>
          <p:nvSpPr>
            <p:cNvPr id="34" name="Inhaltsplatzhalter 4"/>
            <p:cNvSpPr txBox="1">
              <a:spLocks/>
            </p:cNvSpPr>
            <p:nvPr/>
          </p:nvSpPr>
          <p:spPr>
            <a:xfrm>
              <a:off x="3208452" y="4395587"/>
              <a:ext cx="3029724" cy="192820"/>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1200"/>
                </a:spcAft>
                <a:buNone/>
              </a:pPr>
              <a:r>
                <a:rPr lang="en-US" sz="1600" b="1" dirty="0">
                  <a:latin typeface="+mj-lt"/>
                </a:rPr>
                <a:t>TRAO ĐỔI, THẢO LUẬN</a:t>
              </a:r>
              <a:endParaRPr lang="en-US" sz="1200" dirty="0">
                <a:latin typeface="+mn-lt"/>
              </a:endParaRPr>
            </a:p>
          </p:txBody>
        </p:sp>
      </p:grpSp>
      <p:grpSp>
        <p:nvGrpSpPr>
          <p:cNvPr id="4" name="Group 3"/>
          <p:cNvGrpSpPr/>
          <p:nvPr/>
        </p:nvGrpSpPr>
        <p:grpSpPr>
          <a:xfrm>
            <a:off x="635723" y="2540527"/>
            <a:ext cx="6536927" cy="1413022"/>
            <a:chOff x="727186" y="2246320"/>
            <a:chExt cx="6377106" cy="1106560"/>
          </a:xfrm>
          <a:solidFill>
            <a:srgbClr val="7030A0"/>
          </a:solidFill>
        </p:grpSpPr>
        <p:grpSp>
          <p:nvGrpSpPr>
            <p:cNvPr id="39" name="Group 38"/>
            <p:cNvGrpSpPr/>
            <p:nvPr/>
          </p:nvGrpSpPr>
          <p:grpSpPr>
            <a:xfrm>
              <a:off x="727186" y="2246320"/>
              <a:ext cx="6377106" cy="1106560"/>
              <a:chOff x="508001" y="2709446"/>
              <a:chExt cx="6377106" cy="1106560"/>
            </a:xfrm>
            <a:grpFill/>
          </p:grpSpPr>
          <p:grpSp>
            <p:nvGrpSpPr>
              <p:cNvPr id="60" name="Group 59"/>
              <p:cNvGrpSpPr/>
              <p:nvPr/>
            </p:nvGrpSpPr>
            <p:grpSpPr>
              <a:xfrm>
                <a:off x="508001" y="2709446"/>
                <a:ext cx="6377106" cy="1106560"/>
                <a:chOff x="3135313" y="1100138"/>
                <a:chExt cx="8453453" cy="1466850"/>
              </a:xfrm>
              <a:grpFill/>
            </p:grpSpPr>
            <p:sp>
              <p:nvSpPr>
                <p:cNvPr id="62" name="Freeform 5"/>
                <p:cNvSpPr>
                  <a:spLocks/>
                </p:cNvSpPr>
                <p:nvPr/>
              </p:nvSpPr>
              <p:spPr bwMode="auto">
                <a:xfrm>
                  <a:off x="3135313" y="1100138"/>
                  <a:ext cx="2406650" cy="625475"/>
                </a:xfrm>
                <a:custGeom>
                  <a:avLst/>
                  <a:gdLst>
                    <a:gd name="T0" fmla="*/ 616 w 1516"/>
                    <a:gd name="T1" fmla="*/ 0 h 394"/>
                    <a:gd name="T2" fmla="*/ 1516 w 1516"/>
                    <a:gd name="T3" fmla="*/ 154 h 394"/>
                    <a:gd name="T4" fmla="*/ 899 w 1516"/>
                    <a:gd name="T5" fmla="*/ 394 h 394"/>
                    <a:gd name="T6" fmla="*/ 0 w 1516"/>
                    <a:gd name="T7" fmla="*/ 239 h 394"/>
                    <a:gd name="T8" fmla="*/ 616 w 1516"/>
                    <a:gd name="T9" fmla="*/ 0 h 394"/>
                  </a:gdLst>
                  <a:ahLst/>
                  <a:cxnLst>
                    <a:cxn ang="0">
                      <a:pos x="T0" y="T1"/>
                    </a:cxn>
                    <a:cxn ang="0">
                      <a:pos x="T2" y="T3"/>
                    </a:cxn>
                    <a:cxn ang="0">
                      <a:pos x="T4" y="T5"/>
                    </a:cxn>
                    <a:cxn ang="0">
                      <a:pos x="T6" y="T7"/>
                    </a:cxn>
                    <a:cxn ang="0">
                      <a:pos x="T8" y="T9"/>
                    </a:cxn>
                  </a:cxnLst>
                  <a:rect l="0" t="0" r="r" b="b"/>
                  <a:pathLst>
                    <a:path w="1516" h="394">
                      <a:moveTo>
                        <a:pt x="616" y="0"/>
                      </a:moveTo>
                      <a:lnTo>
                        <a:pt x="1516" y="154"/>
                      </a:lnTo>
                      <a:lnTo>
                        <a:pt x="899" y="394"/>
                      </a:lnTo>
                      <a:lnTo>
                        <a:pt x="0" y="239"/>
                      </a:lnTo>
                      <a:lnTo>
                        <a:pt x="616" y="0"/>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6"/>
                <p:cNvSpPr>
                  <a:spLocks/>
                </p:cNvSpPr>
                <p:nvPr/>
              </p:nvSpPr>
              <p:spPr bwMode="auto">
                <a:xfrm>
                  <a:off x="3135313" y="1100138"/>
                  <a:ext cx="2406650" cy="625475"/>
                </a:xfrm>
                <a:custGeom>
                  <a:avLst/>
                  <a:gdLst>
                    <a:gd name="T0" fmla="*/ 616 w 1516"/>
                    <a:gd name="T1" fmla="*/ 0 h 394"/>
                    <a:gd name="T2" fmla="*/ 1516 w 1516"/>
                    <a:gd name="T3" fmla="*/ 154 h 394"/>
                    <a:gd name="T4" fmla="*/ 899 w 1516"/>
                    <a:gd name="T5" fmla="*/ 394 h 394"/>
                    <a:gd name="T6" fmla="*/ 0 w 1516"/>
                    <a:gd name="T7" fmla="*/ 239 h 394"/>
                    <a:gd name="T8" fmla="*/ 616 w 1516"/>
                    <a:gd name="T9" fmla="*/ 0 h 394"/>
                  </a:gdLst>
                  <a:ahLst/>
                  <a:cxnLst>
                    <a:cxn ang="0">
                      <a:pos x="T0" y="T1"/>
                    </a:cxn>
                    <a:cxn ang="0">
                      <a:pos x="T2" y="T3"/>
                    </a:cxn>
                    <a:cxn ang="0">
                      <a:pos x="T4" y="T5"/>
                    </a:cxn>
                    <a:cxn ang="0">
                      <a:pos x="T6" y="T7"/>
                    </a:cxn>
                    <a:cxn ang="0">
                      <a:pos x="T8" y="T9"/>
                    </a:cxn>
                  </a:cxnLst>
                  <a:rect l="0" t="0" r="r" b="b"/>
                  <a:pathLst>
                    <a:path w="1516" h="394">
                      <a:moveTo>
                        <a:pt x="616" y="0"/>
                      </a:moveTo>
                      <a:lnTo>
                        <a:pt x="1516" y="154"/>
                      </a:lnTo>
                      <a:lnTo>
                        <a:pt x="899" y="394"/>
                      </a:lnTo>
                      <a:lnTo>
                        <a:pt x="0" y="239"/>
                      </a:lnTo>
                      <a:lnTo>
                        <a:pt x="616"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7"/>
                <p:cNvSpPr>
                  <a:spLocks/>
                </p:cNvSpPr>
                <p:nvPr/>
              </p:nvSpPr>
              <p:spPr bwMode="auto">
                <a:xfrm>
                  <a:off x="4562475" y="1344613"/>
                  <a:ext cx="985837" cy="1222375"/>
                </a:xfrm>
                <a:custGeom>
                  <a:avLst/>
                  <a:gdLst>
                    <a:gd name="T0" fmla="*/ 617 w 621"/>
                    <a:gd name="T1" fmla="*/ 0 h 770"/>
                    <a:gd name="T2" fmla="*/ 621 w 621"/>
                    <a:gd name="T3" fmla="*/ 530 h 770"/>
                    <a:gd name="T4" fmla="*/ 4 w 621"/>
                    <a:gd name="T5" fmla="*/ 770 h 770"/>
                    <a:gd name="T6" fmla="*/ 0 w 621"/>
                    <a:gd name="T7" fmla="*/ 240 h 770"/>
                    <a:gd name="T8" fmla="*/ 617 w 621"/>
                    <a:gd name="T9" fmla="*/ 0 h 770"/>
                  </a:gdLst>
                  <a:ahLst/>
                  <a:cxnLst>
                    <a:cxn ang="0">
                      <a:pos x="T0" y="T1"/>
                    </a:cxn>
                    <a:cxn ang="0">
                      <a:pos x="T2" y="T3"/>
                    </a:cxn>
                    <a:cxn ang="0">
                      <a:pos x="T4" y="T5"/>
                    </a:cxn>
                    <a:cxn ang="0">
                      <a:pos x="T6" y="T7"/>
                    </a:cxn>
                    <a:cxn ang="0">
                      <a:pos x="T8" y="T9"/>
                    </a:cxn>
                  </a:cxnLst>
                  <a:rect l="0" t="0" r="r" b="b"/>
                  <a:pathLst>
                    <a:path w="621" h="770">
                      <a:moveTo>
                        <a:pt x="617" y="0"/>
                      </a:moveTo>
                      <a:lnTo>
                        <a:pt x="621" y="530"/>
                      </a:lnTo>
                      <a:lnTo>
                        <a:pt x="4" y="770"/>
                      </a:lnTo>
                      <a:lnTo>
                        <a:pt x="0" y="240"/>
                      </a:lnTo>
                      <a:lnTo>
                        <a:pt x="617" y="0"/>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8"/>
                <p:cNvSpPr>
                  <a:spLocks/>
                </p:cNvSpPr>
                <p:nvPr/>
              </p:nvSpPr>
              <p:spPr bwMode="auto">
                <a:xfrm>
                  <a:off x="4562475" y="1344613"/>
                  <a:ext cx="985837" cy="1222375"/>
                </a:xfrm>
                <a:custGeom>
                  <a:avLst/>
                  <a:gdLst>
                    <a:gd name="T0" fmla="*/ 617 w 621"/>
                    <a:gd name="T1" fmla="*/ 0 h 770"/>
                    <a:gd name="T2" fmla="*/ 621 w 621"/>
                    <a:gd name="T3" fmla="*/ 530 h 770"/>
                    <a:gd name="T4" fmla="*/ 4 w 621"/>
                    <a:gd name="T5" fmla="*/ 770 h 770"/>
                    <a:gd name="T6" fmla="*/ 0 w 621"/>
                    <a:gd name="T7" fmla="*/ 240 h 770"/>
                    <a:gd name="T8" fmla="*/ 617 w 621"/>
                    <a:gd name="T9" fmla="*/ 0 h 770"/>
                  </a:gdLst>
                  <a:ahLst/>
                  <a:cxnLst>
                    <a:cxn ang="0">
                      <a:pos x="T0" y="T1"/>
                    </a:cxn>
                    <a:cxn ang="0">
                      <a:pos x="T2" y="T3"/>
                    </a:cxn>
                    <a:cxn ang="0">
                      <a:pos x="T4" y="T5"/>
                    </a:cxn>
                    <a:cxn ang="0">
                      <a:pos x="T6" y="T7"/>
                    </a:cxn>
                    <a:cxn ang="0">
                      <a:pos x="T8" y="T9"/>
                    </a:cxn>
                  </a:cxnLst>
                  <a:rect l="0" t="0" r="r" b="b"/>
                  <a:pathLst>
                    <a:path w="621" h="770">
                      <a:moveTo>
                        <a:pt x="617" y="0"/>
                      </a:moveTo>
                      <a:lnTo>
                        <a:pt x="621" y="530"/>
                      </a:lnTo>
                      <a:lnTo>
                        <a:pt x="4" y="770"/>
                      </a:lnTo>
                      <a:lnTo>
                        <a:pt x="0" y="240"/>
                      </a:lnTo>
                      <a:lnTo>
                        <a:pt x="617"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9"/>
                <p:cNvSpPr>
                  <a:spLocks/>
                </p:cNvSpPr>
                <p:nvPr/>
              </p:nvSpPr>
              <p:spPr bwMode="auto">
                <a:xfrm>
                  <a:off x="3135313" y="1479550"/>
                  <a:ext cx="1433512" cy="1087437"/>
                </a:xfrm>
                <a:custGeom>
                  <a:avLst/>
                  <a:gdLst>
                    <a:gd name="T0" fmla="*/ 899 w 903"/>
                    <a:gd name="T1" fmla="*/ 155 h 685"/>
                    <a:gd name="T2" fmla="*/ 903 w 903"/>
                    <a:gd name="T3" fmla="*/ 685 h 685"/>
                    <a:gd name="T4" fmla="*/ 3 w 903"/>
                    <a:gd name="T5" fmla="*/ 530 h 685"/>
                    <a:gd name="T6" fmla="*/ 0 w 903"/>
                    <a:gd name="T7" fmla="*/ 0 h 685"/>
                    <a:gd name="T8" fmla="*/ 899 w 903"/>
                    <a:gd name="T9" fmla="*/ 155 h 685"/>
                  </a:gdLst>
                  <a:ahLst/>
                  <a:cxnLst>
                    <a:cxn ang="0">
                      <a:pos x="T0" y="T1"/>
                    </a:cxn>
                    <a:cxn ang="0">
                      <a:pos x="T2" y="T3"/>
                    </a:cxn>
                    <a:cxn ang="0">
                      <a:pos x="T4" y="T5"/>
                    </a:cxn>
                    <a:cxn ang="0">
                      <a:pos x="T6" y="T7"/>
                    </a:cxn>
                    <a:cxn ang="0">
                      <a:pos x="T8" y="T9"/>
                    </a:cxn>
                  </a:cxnLst>
                  <a:rect l="0" t="0" r="r" b="b"/>
                  <a:pathLst>
                    <a:path w="903" h="685">
                      <a:moveTo>
                        <a:pt x="899" y="155"/>
                      </a:moveTo>
                      <a:lnTo>
                        <a:pt x="903" y="685"/>
                      </a:lnTo>
                      <a:lnTo>
                        <a:pt x="3" y="530"/>
                      </a:lnTo>
                      <a:lnTo>
                        <a:pt x="0" y="0"/>
                      </a:lnTo>
                      <a:lnTo>
                        <a:pt x="899" y="155"/>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 name="Freeform 10"/>
                <p:cNvSpPr>
                  <a:spLocks/>
                </p:cNvSpPr>
                <p:nvPr/>
              </p:nvSpPr>
              <p:spPr bwMode="auto">
                <a:xfrm>
                  <a:off x="3135313" y="1479550"/>
                  <a:ext cx="1433512" cy="1087437"/>
                </a:xfrm>
                <a:custGeom>
                  <a:avLst/>
                  <a:gdLst>
                    <a:gd name="T0" fmla="*/ 899 w 903"/>
                    <a:gd name="T1" fmla="*/ 155 h 685"/>
                    <a:gd name="T2" fmla="*/ 903 w 903"/>
                    <a:gd name="T3" fmla="*/ 685 h 685"/>
                    <a:gd name="T4" fmla="*/ 3 w 903"/>
                    <a:gd name="T5" fmla="*/ 530 h 685"/>
                    <a:gd name="T6" fmla="*/ 0 w 903"/>
                    <a:gd name="T7" fmla="*/ 0 h 685"/>
                    <a:gd name="T8" fmla="*/ 899 w 903"/>
                    <a:gd name="T9" fmla="*/ 155 h 685"/>
                  </a:gdLst>
                  <a:ahLst/>
                  <a:cxnLst>
                    <a:cxn ang="0">
                      <a:pos x="T0" y="T1"/>
                    </a:cxn>
                    <a:cxn ang="0">
                      <a:pos x="T2" y="T3"/>
                    </a:cxn>
                    <a:cxn ang="0">
                      <a:pos x="T4" y="T5"/>
                    </a:cxn>
                    <a:cxn ang="0">
                      <a:pos x="T6" y="T7"/>
                    </a:cxn>
                    <a:cxn ang="0">
                      <a:pos x="T8" y="T9"/>
                    </a:cxn>
                  </a:cxnLst>
                  <a:rect l="0" t="0" r="r" b="b"/>
                  <a:pathLst>
                    <a:path w="903" h="685">
                      <a:moveTo>
                        <a:pt x="899" y="155"/>
                      </a:moveTo>
                      <a:lnTo>
                        <a:pt x="903" y="685"/>
                      </a:lnTo>
                      <a:lnTo>
                        <a:pt x="3" y="530"/>
                      </a:lnTo>
                      <a:lnTo>
                        <a:pt x="0" y="0"/>
                      </a:lnTo>
                      <a:lnTo>
                        <a:pt x="899" y="155"/>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11"/>
                <p:cNvSpPr>
                  <a:spLocks/>
                </p:cNvSpPr>
                <p:nvPr/>
              </p:nvSpPr>
              <p:spPr bwMode="auto">
                <a:xfrm>
                  <a:off x="3135313" y="1336675"/>
                  <a:ext cx="2406650" cy="388937"/>
                </a:xfrm>
                <a:custGeom>
                  <a:avLst/>
                  <a:gdLst>
                    <a:gd name="T0" fmla="*/ 966 w 985"/>
                    <a:gd name="T1" fmla="*/ 0 h 158"/>
                    <a:gd name="T2" fmla="*/ 584 w 985"/>
                    <a:gd name="T3" fmla="*/ 148 h 158"/>
                    <a:gd name="T4" fmla="*/ 19 w 985"/>
                    <a:gd name="T5" fmla="*/ 51 h 158"/>
                    <a:gd name="T6" fmla="*/ 0 w 985"/>
                    <a:gd name="T7" fmla="*/ 58 h 158"/>
                    <a:gd name="T8" fmla="*/ 584 w 985"/>
                    <a:gd name="T9" fmla="*/ 158 h 158"/>
                    <a:gd name="T10" fmla="*/ 584 w 985"/>
                    <a:gd name="T11" fmla="*/ 158 h 158"/>
                    <a:gd name="T12" fmla="*/ 584 w 985"/>
                    <a:gd name="T13" fmla="*/ 158 h 158"/>
                    <a:gd name="T14" fmla="*/ 584 w 985"/>
                    <a:gd name="T15" fmla="*/ 158 h 158"/>
                    <a:gd name="T16" fmla="*/ 584 w 985"/>
                    <a:gd name="T17" fmla="*/ 158 h 158"/>
                    <a:gd name="T18" fmla="*/ 584 w 985"/>
                    <a:gd name="T19" fmla="*/ 158 h 158"/>
                    <a:gd name="T20" fmla="*/ 584 w 985"/>
                    <a:gd name="T21" fmla="*/ 158 h 158"/>
                    <a:gd name="T22" fmla="*/ 584 w 985"/>
                    <a:gd name="T23" fmla="*/ 158 h 158"/>
                    <a:gd name="T24" fmla="*/ 781 w 985"/>
                    <a:gd name="T25" fmla="*/ 82 h 158"/>
                    <a:gd name="T26" fmla="*/ 985 w 985"/>
                    <a:gd name="T27" fmla="*/ 3 h 158"/>
                    <a:gd name="T28" fmla="*/ 966 w 985"/>
                    <a:gd name="T29" fmla="*/ 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85" h="158">
                      <a:moveTo>
                        <a:pt x="966" y="0"/>
                      </a:moveTo>
                      <a:cubicBezTo>
                        <a:pt x="584" y="148"/>
                        <a:pt x="584" y="148"/>
                        <a:pt x="584" y="148"/>
                      </a:cubicBezTo>
                      <a:cubicBezTo>
                        <a:pt x="19" y="51"/>
                        <a:pt x="19" y="51"/>
                        <a:pt x="19" y="51"/>
                      </a:cubicBezTo>
                      <a:cubicBezTo>
                        <a:pt x="0" y="58"/>
                        <a:pt x="0" y="58"/>
                        <a:pt x="0" y="58"/>
                      </a:cubicBezTo>
                      <a:cubicBezTo>
                        <a:pt x="584" y="158"/>
                        <a:pt x="584" y="158"/>
                        <a:pt x="584" y="158"/>
                      </a:cubicBezTo>
                      <a:cubicBezTo>
                        <a:pt x="584" y="158"/>
                        <a:pt x="584" y="158"/>
                        <a:pt x="584" y="158"/>
                      </a:cubicBezTo>
                      <a:cubicBezTo>
                        <a:pt x="584" y="158"/>
                        <a:pt x="584" y="158"/>
                        <a:pt x="584" y="158"/>
                      </a:cubicBezTo>
                      <a:cubicBezTo>
                        <a:pt x="584" y="158"/>
                        <a:pt x="584" y="158"/>
                        <a:pt x="584" y="158"/>
                      </a:cubicBezTo>
                      <a:cubicBezTo>
                        <a:pt x="584" y="158"/>
                        <a:pt x="584" y="158"/>
                        <a:pt x="584" y="158"/>
                      </a:cubicBezTo>
                      <a:cubicBezTo>
                        <a:pt x="584" y="158"/>
                        <a:pt x="584" y="158"/>
                        <a:pt x="584" y="158"/>
                      </a:cubicBezTo>
                      <a:cubicBezTo>
                        <a:pt x="584" y="158"/>
                        <a:pt x="584" y="158"/>
                        <a:pt x="584" y="158"/>
                      </a:cubicBezTo>
                      <a:cubicBezTo>
                        <a:pt x="584" y="158"/>
                        <a:pt x="584" y="158"/>
                        <a:pt x="584" y="158"/>
                      </a:cubicBezTo>
                      <a:cubicBezTo>
                        <a:pt x="585" y="158"/>
                        <a:pt x="670" y="120"/>
                        <a:pt x="781" y="82"/>
                      </a:cubicBezTo>
                      <a:cubicBezTo>
                        <a:pt x="985" y="3"/>
                        <a:pt x="985" y="3"/>
                        <a:pt x="985" y="3"/>
                      </a:cubicBezTo>
                      <a:cubicBezTo>
                        <a:pt x="966" y="0"/>
                        <a:pt x="966" y="0"/>
                        <a:pt x="96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12"/>
                <p:cNvSpPr>
                  <a:spLocks/>
                </p:cNvSpPr>
                <p:nvPr/>
              </p:nvSpPr>
              <p:spPr bwMode="auto">
                <a:xfrm>
                  <a:off x="4628906" y="1344613"/>
                  <a:ext cx="6959860" cy="1222375"/>
                </a:xfrm>
                <a:custGeom>
                  <a:avLst/>
                  <a:gdLst>
                    <a:gd name="T0" fmla="*/ 2136 w 2136"/>
                    <a:gd name="T1" fmla="*/ 0 h 498"/>
                    <a:gd name="T2" fmla="*/ 564 w 2136"/>
                    <a:gd name="T3" fmla="*/ 0 h 498"/>
                    <a:gd name="T4" fmla="*/ 0 w 2136"/>
                    <a:gd name="T5" fmla="*/ 155 h 498"/>
                    <a:gd name="T6" fmla="*/ 0 w 2136"/>
                    <a:gd name="T7" fmla="*/ 498 h 498"/>
                    <a:gd name="T8" fmla="*/ 564 w 2136"/>
                    <a:gd name="T9" fmla="*/ 347 h 498"/>
                    <a:gd name="T10" fmla="*/ 2136 w 2136"/>
                    <a:gd name="T11" fmla="*/ 347 h 498"/>
                    <a:gd name="T12" fmla="*/ 2046 w 2136"/>
                    <a:gd name="T13" fmla="*/ 173 h 498"/>
                    <a:gd name="T14" fmla="*/ 2136 w 2136"/>
                    <a:gd name="T15" fmla="*/ 0 h 4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6" h="498">
                      <a:moveTo>
                        <a:pt x="2136" y="0"/>
                      </a:moveTo>
                      <a:cubicBezTo>
                        <a:pt x="564" y="0"/>
                        <a:pt x="564" y="0"/>
                        <a:pt x="564" y="0"/>
                      </a:cubicBezTo>
                      <a:cubicBezTo>
                        <a:pt x="348" y="0"/>
                        <a:pt x="0" y="155"/>
                        <a:pt x="0" y="155"/>
                      </a:cubicBezTo>
                      <a:cubicBezTo>
                        <a:pt x="0" y="498"/>
                        <a:pt x="0" y="498"/>
                        <a:pt x="0" y="498"/>
                      </a:cubicBezTo>
                      <a:cubicBezTo>
                        <a:pt x="0" y="498"/>
                        <a:pt x="331" y="347"/>
                        <a:pt x="564" y="347"/>
                      </a:cubicBezTo>
                      <a:cubicBezTo>
                        <a:pt x="2136" y="347"/>
                        <a:pt x="2136" y="347"/>
                        <a:pt x="2136" y="347"/>
                      </a:cubicBezTo>
                      <a:cubicBezTo>
                        <a:pt x="2046" y="173"/>
                        <a:pt x="2046" y="173"/>
                        <a:pt x="2046" y="173"/>
                      </a:cubicBezTo>
                      <a:cubicBezTo>
                        <a:pt x="2136" y="0"/>
                        <a:pt x="2136" y="0"/>
                        <a:pt x="2136"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13"/>
                <p:cNvSpPr>
                  <a:spLocks noEditPoints="1"/>
                </p:cNvSpPr>
                <p:nvPr/>
              </p:nvSpPr>
              <p:spPr bwMode="auto">
                <a:xfrm>
                  <a:off x="4562475" y="17256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14"/>
                <p:cNvSpPr>
                  <a:spLocks/>
                </p:cNvSpPr>
                <p:nvPr/>
              </p:nvSpPr>
              <p:spPr bwMode="auto">
                <a:xfrm>
                  <a:off x="4562475" y="2563813"/>
                  <a:ext cx="1587" cy="3175"/>
                </a:xfrm>
                <a:custGeom>
                  <a:avLst/>
                  <a:gdLst>
                    <a:gd name="T0" fmla="*/ 1 w 1"/>
                    <a:gd name="T1" fmla="*/ 0 h 1"/>
                    <a:gd name="T2" fmla="*/ 0 w 1"/>
                    <a:gd name="T3" fmla="*/ 1 h 1"/>
                    <a:gd name="T4" fmla="*/ 1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1"/>
                        <a:pt x="1" y="1"/>
                        <a:pt x="0" y="1"/>
                      </a:cubicBezTo>
                      <a:cubicBezTo>
                        <a:pt x="1" y="1"/>
                        <a:pt x="1" y="1"/>
                        <a:pt x="1" y="0"/>
                      </a:cubicBezTo>
                      <a:cubicBezTo>
                        <a:pt x="1" y="0"/>
                        <a:pt x="1" y="0"/>
                        <a:pt x="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15"/>
                <p:cNvSpPr>
                  <a:spLocks/>
                </p:cNvSpPr>
                <p:nvPr/>
              </p:nvSpPr>
              <p:spPr bwMode="auto">
                <a:xfrm>
                  <a:off x="4568825" y="2544763"/>
                  <a:ext cx="39687" cy="15875"/>
                </a:xfrm>
                <a:custGeom>
                  <a:avLst/>
                  <a:gdLst>
                    <a:gd name="T0" fmla="*/ 16 w 16"/>
                    <a:gd name="T1" fmla="*/ 0 h 7"/>
                    <a:gd name="T2" fmla="*/ 0 w 16"/>
                    <a:gd name="T3" fmla="*/ 7 h 7"/>
                    <a:gd name="T4" fmla="*/ 0 w 16"/>
                    <a:gd name="T5" fmla="*/ 7 h 7"/>
                    <a:gd name="T6" fmla="*/ 16 w 16"/>
                    <a:gd name="T7" fmla="*/ 0 h 7"/>
                    <a:gd name="T8" fmla="*/ 16 w 16"/>
                    <a:gd name="T9" fmla="*/ 0 h 7"/>
                  </a:gdLst>
                  <a:ahLst/>
                  <a:cxnLst>
                    <a:cxn ang="0">
                      <a:pos x="T0" y="T1"/>
                    </a:cxn>
                    <a:cxn ang="0">
                      <a:pos x="T2" y="T3"/>
                    </a:cxn>
                    <a:cxn ang="0">
                      <a:pos x="T4" y="T5"/>
                    </a:cxn>
                    <a:cxn ang="0">
                      <a:pos x="T6" y="T7"/>
                    </a:cxn>
                    <a:cxn ang="0">
                      <a:pos x="T8" y="T9"/>
                    </a:cxn>
                  </a:cxnLst>
                  <a:rect l="0" t="0" r="r" b="b"/>
                  <a:pathLst>
                    <a:path w="16" h="7">
                      <a:moveTo>
                        <a:pt x="16" y="0"/>
                      </a:moveTo>
                      <a:cubicBezTo>
                        <a:pt x="9" y="4"/>
                        <a:pt x="3" y="6"/>
                        <a:pt x="0" y="7"/>
                      </a:cubicBezTo>
                      <a:cubicBezTo>
                        <a:pt x="0" y="7"/>
                        <a:pt x="0" y="7"/>
                        <a:pt x="0" y="7"/>
                      </a:cubicBezTo>
                      <a:cubicBezTo>
                        <a:pt x="3" y="6"/>
                        <a:pt x="9" y="4"/>
                        <a:pt x="16" y="0"/>
                      </a:cubicBezTo>
                      <a:cubicBezTo>
                        <a:pt x="16" y="0"/>
                        <a:pt x="16" y="0"/>
                        <a:pt x="16"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16"/>
                <p:cNvSpPr>
                  <a:spLocks/>
                </p:cNvSpPr>
                <p:nvPr/>
              </p:nvSpPr>
              <p:spPr bwMode="auto">
                <a:xfrm>
                  <a:off x="4564063" y="2560638"/>
                  <a:ext cx="4762" cy="3175"/>
                </a:xfrm>
                <a:custGeom>
                  <a:avLst/>
                  <a:gdLst>
                    <a:gd name="T0" fmla="*/ 2 w 2"/>
                    <a:gd name="T1" fmla="*/ 0 h 1"/>
                    <a:gd name="T2" fmla="*/ 0 w 2"/>
                    <a:gd name="T3" fmla="*/ 1 h 1"/>
                    <a:gd name="T4" fmla="*/ 0 w 2"/>
                    <a:gd name="T5" fmla="*/ 1 h 1"/>
                    <a:gd name="T6" fmla="*/ 2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1" y="1"/>
                        <a:pt x="1" y="1"/>
                        <a:pt x="0" y="1"/>
                      </a:cubicBezTo>
                      <a:cubicBezTo>
                        <a:pt x="0" y="1"/>
                        <a:pt x="0" y="1"/>
                        <a:pt x="0" y="1"/>
                      </a:cubicBezTo>
                      <a:cubicBezTo>
                        <a:pt x="1" y="1"/>
                        <a:pt x="1" y="1"/>
                        <a:pt x="2" y="0"/>
                      </a:cubicBezTo>
                      <a:cubicBezTo>
                        <a:pt x="2" y="0"/>
                        <a:pt x="2" y="0"/>
                        <a:pt x="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17"/>
                <p:cNvSpPr>
                  <a:spLocks/>
                </p:cNvSpPr>
                <p:nvPr/>
              </p:nvSpPr>
              <p:spPr bwMode="auto">
                <a:xfrm>
                  <a:off x="4615620" y="1704975"/>
                  <a:ext cx="46037" cy="862012"/>
                </a:xfrm>
                <a:custGeom>
                  <a:avLst/>
                  <a:gdLst>
                    <a:gd name="T0" fmla="*/ 19 w 19"/>
                    <a:gd name="T1" fmla="*/ 0 h 351"/>
                    <a:gd name="T2" fmla="*/ 0 w 19"/>
                    <a:gd name="T3" fmla="*/ 8 h 351"/>
                    <a:gd name="T4" fmla="*/ 0 w 19"/>
                    <a:gd name="T5" fmla="*/ 8 h 351"/>
                    <a:gd name="T6" fmla="*/ 0 w 19"/>
                    <a:gd name="T7" fmla="*/ 8 h 351"/>
                    <a:gd name="T8" fmla="*/ 0 w 19"/>
                    <a:gd name="T9" fmla="*/ 8 h 351"/>
                    <a:gd name="T10" fmla="*/ 0 w 19"/>
                    <a:gd name="T11" fmla="*/ 8 h 351"/>
                    <a:gd name="T12" fmla="*/ 0 w 19"/>
                    <a:gd name="T13" fmla="*/ 8 h 351"/>
                    <a:gd name="T14" fmla="*/ 0 w 19"/>
                    <a:gd name="T15" fmla="*/ 8 h 351"/>
                    <a:gd name="T16" fmla="*/ 0 w 19"/>
                    <a:gd name="T17" fmla="*/ 8 h 351"/>
                    <a:gd name="T18" fmla="*/ 0 w 19"/>
                    <a:gd name="T19" fmla="*/ 8 h 351"/>
                    <a:gd name="T20" fmla="*/ 0 w 19"/>
                    <a:gd name="T21" fmla="*/ 8 h 351"/>
                    <a:gd name="T22" fmla="*/ 0 w 19"/>
                    <a:gd name="T23" fmla="*/ 351 h 351"/>
                    <a:gd name="T24" fmla="*/ 0 w 19"/>
                    <a:gd name="T25" fmla="*/ 351 h 351"/>
                    <a:gd name="T26" fmla="*/ 0 w 19"/>
                    <a:gd name="T27" fmla="*/ 351 h 351"/>
                    <a:gd name="T28" fmla="*/ 0 w 19"/>
                    <a:gd name="T29" fmla="*/ 351 h 351"/>
                    <a:gd name="T30" fmla="*/ 1 w 19"/>
                    <a:gd name="T31" fmla="*/ 350 h 351"/>
                    <a:gd name="T32" fmla="*/ 3 w 19"/>
                    <a:gd name="T33" fmla="*/ 349 h 351"/>
                    <a:gd name="T34" fmla="*/ 19 w 19"/>
                    <a:gd name="T35" fmla="*/ 342 h 351"/>
                    <a:gd name="T36" fmla="*/ 19 w 19"/>
                    <a:gd name="T37" fmla="*/ 342 h 351"/>
                    <a:gd name="T38" fmla="*/ 19 w 19"/>
                    <a:gd name="T39" fmla="*/ 0 h 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 h="351">
                      <a:moveTo>
                        <a:pt x="19" y="0"/>
                      </a:moveTo>
                      <a:cubicBezTo>
                        <a:pt x="7" y="5"/>
                        <a:pt x="1"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351"/>
                        <a:pt x="0" y="351"/>
                        <a:pt x="0" y="351"/>
                      </a:cubicBezTo>
                      <a:cubicBezTo>
                        <a:pt x="0" y="351"/>
                        <a:pt x="0" y="351"/>
                        <a:pt x="0" y="351"/>
                      </a:cubicBezTo>
                      <a:cubicBezTo>
                        <a:pt x="0" y="351"/>
                        <a:pt x="0" y="351"/>
                        <a:pt x="0" y="351"/>
                      </a:cubicBezTo>
                      <a:cubicBezTo>
                        <a:pt x="0" y="351"/>
                        <a:pt x="0" y="351"/>
                        <a:pt x="0" y="351"/>
                      </a:cubicBezTo>
                      <a:cubicBezTo>
                        <a:pt x="1" y="351"/>
                        <a:pt x="1" y="351"/>
                        <a:pt x="1" y="350"/>
                      </a:cubicBezTo>
                      <a:cubicBezTo>
                        <a:pt x="2" y="350"/>
                        <a:pt x="2" y="350"/>
                        <a:pt x="3" y="349"/>
                      </a:cubicBezTo>
                      <a:cubicBezTo>
                        <a:pt x="6" y="348"/>
                        <a:pt x="12" y="346"/>
                        <a:pt x="19" y="342"/>
                      </a:cubicBezTo>
                      <a:cubicBezTo>
                        <a:pt x="19" y="342"/>
                        <a:pt x="19" y="342"/>
                        <a:pt x="19" y="342"/>
                      </a:cubicBezTo>
                      <a:cubicBezTo>
                        <a:pt x="19" y="0"/>
                        <a:pt x="19" y="0"/>
                        <a:pt x="19" y="0"/>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61" name="Inhaltsplatzhalter 4"/>
              <p:cNvSpPr txBox="1">
                <a:spLocks/>
              </p:cNvSpPr>
              <p:nvPr/>
            </p:nvSpPr>
            <p:spPr>
              <a:xfrm>
                <a:off x="589403" y="3190710"/>
                <a:ext cx="885242" cy="430887"/>
              </a:xfrm>
              <a:prstGeom prst="rect">
                <a:avLst/>
              </a:prstGeom>
              <a:grpFill/>
            </p:spPr>
            <p:txBody>
              <a:bodyPr wrap="square" lIns="0" tIns="0" rIns="0" bIns="0" anchor="ctr">
                <a:spAutoFit/>
                <a:scene3d>
                  <a:camera prst="isometricOffAxis2Left"/>
                  <a:lightRig rig="threePt" dir="t"/>
                </a:scene3d>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800" b="1" dirty="0">
                    <a:latin typeface="+mj-lt"/>
                  </a:rPr>
                  <a:t>02</a:t>
                </a:r>
                <a:endParaRPr lang="en-US" sz="2000" dirty="0">
                  <a:latin typeface="+mn-lt"/>
                </a:endParaRPr>
              </a:p>
            </p:txBody>
          </p:sp>
        </p:grpSp>
        <p:sp>
          <p:nvSpPr>
            <p:cNvPr id="30" name="Inhaltsplatzhalter 4"/>
            <p:cNvSpPr txBox="1">
              <a:spLocks/>
            </p:cNvSpPr>
            <p:nvPr/>
          </p:nvSpPr>
          <p:spPr>
            <a:xfrm>
              <a:off x="3251460" y="2665804"/>
              <a:ext cx="3477338" cy="192820"/>
            </a:xfrm>
            <a:prstGeom prst="rect">
              <a:avLst/>
            </a:prstGeom>
            <a:grpFill/>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1200"/>
                </a:spcAft>
                <a:buNone/>
              </a:pPr>
              <a:r>
                <a:rPr lang="en-US" sz="1600" b="1" dirty="0">
                  <a:latin typeface="+mj-lt"/>
                </a:rPr>
                <a:t>CÁC YÊU CẦU CẦN THIẾT ĐỂ TRIỂN KHAI  </a:t>
              </a:r>
              <a:endParaRPr lang="en-US" sz="1200" dirty="0">
                <a:latin typeface="+mn-lt"/>
              </a:endParaRPr>
            </a:p>
          </p:txBody>
        </p:sp>
      </p:grpSp>
      <p:grpSp>
        <p:nvGrpSpPr>
          <p:cNvPr id="2" name="Group 1"/>
          <p:cNvGrpSpPr/>
          <p:nvPr/>
        </p:nvGrpSpPr>
        <p:grpSpPr>
          <a:xfrm>
            <a:off x="630642" y="1737701"/>
            <a:ext cx="6515642" cy="1454116"/>
            <a:chOff x="697838" y="1377479"/>
            <a:chExt cx="6356339" cy="1138742"/>
          </a:xfrm>
        </p:grpSpPr>
        <p:grpSp>
          <p:nvGrpSpPr>
            <p:cNvPr id="44" name="Group 43"/>
            <p:cNvGrpSpPr/>
            <p:nvPr/>
          </p:nvGrpSpPr>
          <p:grpSpPr>
            <a:xfrm>
              <a:off x="697838" y="1377479"/>
              <a:ext cx="6356339" cy="1138742"/>
              <a:chOff x="478653" y="1840605"/>
              <a:chExt cx="6356339" cy="1138742"/>
            </a:xfrm>
          </p:grpSpPr>
          <p:grpSp>
            <p:nvGrpSpPr>
              <p:cNvPr id="45" name="Group 44"/>
              <p:cNvGrpSpPr/>
              <p:nvPr/>
            </p:nvGrpSpPr>
            <p:grpSpPr>
              <a:xfrm>
                <a:off x="478653" y="1840605"/>
                <a:ext cx="6356339" cy="1138742"/>
                <a:chOff x="3096406" y="1100138"/>
                <a:chExt cx="8425930" cy="1509512"/>
              </a:xfrm>
            </p:grpSpPr>
            <p:sp>
              <p:nvSpPr>
                <p:cNvPr id="47" name="Freeform 5"/>
                <p:cNvSpPr>
                  <a:spLocks/>
                </p:cNvSpPr>
                <p:nvPr/>
              </p:nvSpPr>
              <p:spPr bwMode="auto">
                <a:xfrm>
                  <a:off x="3096406" y="1153255"/>
                  <a:ext cx="2406651" cy="625475"/>
                </a:xfrm>
                <a:custGeom>
                  <a:avLst/>
                  <a:gdLst>
                    <a:gd name="T0" fmla="*/ 616 w 1516"/>
                    <a:gd name="T1" fmla="*/ 0 h 394"/>
                    <a:gd name="T2" fmla="*/ 1516 w 1516"/>
                    <a:gd name="T3" fmla="*/ 154 h 394"/>
                    <a:gd name="T4" fmla="*/ 899 w 1516"/>
                    <a:gd name="T5" fmla="*/ 394 h 394"/>
                    <a:gd name="T6" fmla="*/ 0 w 1516"/>
                    <a:gd name="T7" fmla="*/ 239 h 394"/>
                    <a:gd name="T8" fmla="*/ 616 w 1516"/>
                    <a:gd name="T9" fmla="*/ 0 h 394"/>
                  </a:gdLst>
                  <a:ahLst/>
                  <a:cxnLst>
                    <a:cxn ang="0">
                      <a:pos x="T0" y="T1"/>
                    </a:cxn>
                    <a:cxn ang="0">
                      <a:pos x="T2" y="T3"/>
                    </a:cxn>
                    <a:cxn ang="0">
                      <a:pos x="T4" y="T5"/>
                    </a:cxn>
                    <a:cxn ang="0">
                      <a:pos x="T6" y="T7"/>
                    </a:cxn>
                    <a:cxn ang="0">
                      <a:pos x="T8" y="T9"/>
                    </a:cxn>
                  </a:cxnLst>
                  <a:rect l="0" t="0" r="r" b="b"/>
                  <a:pathLst>
                    <a:path w="1516" h="394">
                      <a:moveTo>
                        <a:pt x="616" y="0"/>
                      </a:moveTo>
                      <a:lnTo>
                        <a:pt x="1516" y="154"/>
                      </a:lnTo>
                      <a:lnTo>
                        <a:pt x="899" y="394"/>
                      </a:lnTo>
                      <a:lnTo>
                        <a:pt x="0" y="239"/>
                      </a:lnTo>
                      <a:lnTo>
                        <a:pt x="616" y="0"/>
                      </a:ln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6"/>
                <p:cNvSpPr>
                  <a:spLocks/>
                </p:cNvSpPr>
                <p:nvPr/>
              </p:nvSpPr>
              <p:spPr bwMode="auto">
                <a:xfrm>
                  <a:off x="3135313" y="1100138"/>
                  <a:ext cx="2406650" cy="625475"/>
                </a:xfrm>
                <a:custGeom>
                  <a:avLst/>
                  <a:gdLst>
                    <a:gd name="T0" fmla="*/ 616 w 1516"/>
                    <a:gd name="T1" fmla="*/ 0 h 394"/>
                    <a:gd name="T2" fmla="*/ 1516 w 1516"/>
                    <a:gd name="T3" fmla="*/ 154 h 394"/>
                    <a:gd name="T4" fmla="*/ 899 w 1516"/>
                    <a:gd name="T5" fmla="*/ 394 h 394"/>
                    <a:gd name="T6" fmla="*/ 0 w 1516"/>
                    <a:gd name="T7" fmla="*/ 239 h 394"/>
                    <a:gd name="T8" fmla="*/ 616 w 1516"/>
                    <a:gd name="T9" fmla="*/ 0 h 394"/>
                  </a:gdLst>
                  <a:ahLst/>
                  <a:cxnLst>
                    <a:cxn ang="0">
                      <a:pos x="T0" y="T1"/>
                    </a:cxn>
                    <a:cxn ang="0">
                      <a:pos x="T2" y="T3"/>
                    </a:cxn>
                    <a:cxn ang="0">
                      <a:pos x="T4" y="T5"/>
                    </a:cxn>
                    <a:cxn ang="0">
                      <a:pos x="T6" y="T7"/>
                    </a:cxn>
                    <a:cxn ang="0">
                      <a:pos x="T8" y="T9"/>
                    </a:cxn>
                  </a:cxnLst>
                  <a:rect l="0" t="0" r="r" b="b"/>
                  <a:pathLst>
                    <a:path w="1516" h="394">
                      <a:moveTo>
                        <a:pt x="616" y="0"/>
                      </a:moveTo>
                      <a:lnTo>
                        <a:pt x="1516" y="154"/>
                      </a:lnTo>
                      <a:lnTo>
                        <a:pt x="899" y="394"/>
                      </a:lnTo>
                      <a:lnTo>
                        <a:pt x="0" y="239"/>
                      </a:lnTo>
                      <a:lnTo>
                        <a:pt x="61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7"/>
                <p:cNvSpPr>
                  <a:spLocks/>
                </p:cNvSpPr>
                <p:nvPr/>
              </p:nvSpPr>
              <p:spPr bwMode="auto">
                <a:xfrm>
                  <a:off x="4442900" y="1387275"/>
                  <a:ext cx="985838" cy="1222375"/>
                </a:xfrm>
                <a:custGeom>
                  <a:avLst/>
                  <a:gdLst>
                    <a:gd name="T0" fmla="*/ 617 w 621"/>
                    <a:gd name="T1" fmla="*/ 0 h 770"/>
                    <a:gd name="T2" fmla="*/ 621 w 621"/>
                    <a:gd name="T3" fmla="*/ 530 h 770"/>
                    <a:gd name="T4" fmla="*/ 4 w 621"/>
                    <a:gd name="T5" fmla="*/ 770 h 770"/>
                    <a:gd name="T6" fmla="*/ 0 w 621"/>
                    <a:gd name="T7" fmla="*/ 240 h 770"/>
                    <a:gd name="T8" fmla="*/ 617 w 621"/>
                    <a:gd name="T9" fmla="*/ 0 h 770"/>
                  </a:gdLst>
                  <a:ahLst/>
                  <a:cxnLst>
                    <a:cxn ang="0">
                      <a:pos x="T0" y="T1"/>
                    </a:cxn>
                    <a:cxn ang="0">
                      <a:pos x="T2" y="T3"/>
                    </a:cxn>
                    <a:cxn ang="0">
                      <a:pos x="T4" y="T5"/>
                    </a:cxn>
                    <a:cxn ang="0">
                      <a:pos x="T6" y="T7"/>
                    </a:cxn>
                    <a:cxn ang="0">
                      <a:pos x="T8" y="T9"/>
                    </a:cxn>
                  </a:cxnLst>
                  <a:rect l="0" t="0" r="r" b="b"/>
                  <a:pathLst>
                    <a:path w="621" h="770">
                      <a:moveTo>
                        <a:pt x="617" y="0"/>
                      </a:moveTo>
                      <a:lnTo>
                        <a:pt x="621" y="530"/>
                      </a:lnTo>
                      <a:lnTo>
                        <a:pt x="4" y="770"/>
                      </a:lnTo>
                      <a:lnTo>
                        <a:pt x="0" y="240"/>
                      </a:lnTo>
                      <a:lnTo>
                        <a:pt x="617"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8"/>
                <p:cNvSpPr>
                  <a:spLocks/>
                </p:cNvSpPr>
                <p:nvPr/>
              </p:nvSpPr>
              <p:spPr bwMode="auto">
                <a:xfrm>
                  <a:off x="4562475" y="1344613"/>
                  <a:ext cx="985837" cy="1222375"/>
                </a:xfrm>
                <a:custGeom>
                  <a:avLst/>
                  <a:gdLst>
                    <a:gd name="T0" fmla="*/ 617 w 621"/>
                    <a:gd name="T1" fmla="*/ 0 h 770"/>
                    <a:gd name="T2" fmla="*/ 621 w 621"/>
                    <a:gd name="T3" fmla="*/ 530 h 770"/>
                    <a:gd name="T4" fmla="*/ 4 w 621"/>
                    <a:gd name="T5" fmla="*/ 770 h 770"/>
                    <a:gd name="T6" fmla="*/ 0 w 621"/>
                    <a:gd name="T7" fmla="*/ 240 h 770"/>
                    <a:gd name="T8" fmla="*/ 617 w 621"/>
                    <a:gd name="T9" fmla="*/ 0 h 770"/>
                  </a:gdLst>
                  <a:ahLst/>
                  <a:cxnLst>
                    <a:cxn ang="0">
                      <a:pos x="T0" y="T1"/>
                    </a:cxn>
                    <a:cxn ang="0">
                      <a:pos x="T2" y="T3"/>
                    </a:cxn>
                    <a:cxn ang="0">
                      <a:pos x="T4" y="T5"/>
                    </a:cxn>
                    <a:cxn ang="0">
                      <a:pos x="T6" y="T7"/>
                    </a:cxn>
                    <a:cxn ang="0">
                      <a:pos x="T8" y="T9"/>
                    </a:cxn>
                  </a:cxnLst>
                  <a:rect l="0" t="0" r="r" b="b"/>
                  <a:pathLst>
                    <a:path w="621" h="770">
                      <a:moveTo>
                        <a:pt x="617" y="0"/>
                      </a:moveTo>
                      <a:lnTo>
                        <a:pt x="621" y="530"/>
                      </a:lnTo>
                      <a:lnTo>
                        <a:pt x="4" y="770"/>
                      </a:lnTo>
                      <a:lnTo>
                        <a:pt x="0" y="240"/>
                      </a:lnTo>
                      <a:lnTo>
                        <a:pt x="61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9"/>
                <p:cNvSpPr>
                  <a:spLocks/>
                </p:cNvSpPr>
                <p:nvPr/>
              </p:nvSpPr>
              <p:spPr bwMode="auto">
                <a:xfrm>
                  <a:off x="3135313" y="1479550"/>
                  <a:ext cx="1433512" cy="1087437"/>
                </a:xfrm>
                <a:custGeom>
                  <a:avLst/>
                  <a:gdLst>
                    <a:gd name="T0" fmla="*/ 899 w 903"/>
                    <a:gd name="T1" fmla="*/ 155 h 685"/>
                    <a:gd name="T2" fmla="*/ 903 w 903"/>
                    <a:gd name="T3" fmla="*/ 685 h 685"/>
                    <a:gd name="T4" fmla="*/ 3 w 903"/>
                    <a:gd name="T5" fmla="*/ 530 h 685"/>
                    <a:gd name="T6" fmla="*/ 0 w 903"/>
                    <a:gd name="T7" fmla="*/ 0 h 685"/>
                    <a:gd name="T8" fmla="*/ 899 w 903"/>
                    <a:gd name="T9" fmla="*/ 155 h 685"/>
                  </a:gdLst>
                  <a:ahLst/>
                  <a:cxnLst>
                    <a:cxn ang="0">
                      <a:pos x="T0" y="T1"/>
                    </a:cxn>
                    <a:cxn ang="0">
                      <a:pos x="T2" y="T3"/>
                    </a:cxn>
                    <a:cxn ang="0">
                      <a:pos x="T4" y="T5"/>
                    </a:cxn>
                    <a:cxn ang="0">
                      <a:pos x="T6" y="T7"/>
                    </a:cxn>
                    <a:cxn ang="0">
                      <a:pos x="T8" y="T9"/>
                    </a:cxn>
                  </a:cxnLst>
                  <a:rect l="0" t="0" r="r" b="b"/>
                  <a:pathLst>
                    <a:path w="903" h="685">
                      <a:moveTo>
                        <a:pt x="899" y="155"/>
                      </a:moveTo>
                      <a:lnTo>
                        <a:pt x="903" y="685"/>
                      </a:lnTo>
                      <a:lnTo>
                        <a:pt x="3" y="530"/>
                      </a:lnTo>
                      <a:lnTo>
                        <a:pt x="0" y="0"/>
                      </a:lnTo>
                      <a:lnTo>
                        <a:pt x="899" y="15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0"/>
                <p:cNvSpPr>
                  <a:spLocks/>
                </p:cNvSpPr>
                <p:nvPr/>
              </p:nvSpPr>
              <p:spPr bwMode="auto">
                <a:xfrm>
                  <a:off x="3135313" y="1479550"/>
                  <a:ext cx="1433512" cy="1087437"/>
                </a:xfrm>
                <a:custGeom>
                  <a:avLst/>
                  <a:gdLst>
                    <a:gd name="T0" fmla="*/ 899 w 903"/>
                    <a:gd name="T1" fmla="*/ 155 h 685"/>
                    <a:gd name="T2" fmla="*/ 903 w 903"/>
                    <a:gd name="T3" fmla="*/ 685 h 685"/>
                    <a:gd name="T4" fmla="*/ 3 w 903"/>
                    <a:gd name="T5" fmla="*/ 530 h 685"/>
                    <a:gd name="T6" fmla="*/ 0 w 903"/>
                    <a:gd name="T7" fmla="*/ 0 h 685"/>
                    <a:gd name="T8" fmla="*/ 899 w 903"/>
                    <a:gd name="T9" fmla="*/ 155 h 685"/>
                  </a:gdLst>
                  <a:ahLst/>
                  <a:cxnLst>
                    <a:cxn ang="0">
                      <a:pos x="T0" y="T1"/>
                    </a:cxn>
                    <a:cxn ang="0">
                      <a:pos x="T2" y="T3"/>
                    </a:cxn>
                    <a:cxn ang="0">
                      <a:pos x="T4" y="T5"/>
                    </a:cxn>
                    <a:cxn ang="0">
                      <a:pos x="T6" y="T7"/>
                    </a:cxn>
                    <a:cxn ang="0">
                      <a:pos x="T8" y="T9"/>
                    </a:cxn>
                  </a:cxnLst>
                  <a:rect l="0" t="0" r="r" b="b"/>
                  <a:pathLst>
                    <a:path w="903" h="685">
                      <a:moveTo>
                        <a:pt x="899" y="155"/>
                      </a:moveTo>
                      <a:lnTo>
                        <a:pt x="903" y="685"/>
                      </a:lnTo>
                      <a:lnTo>
                        <a:pt x="3" y="530"/>
                      </a:lnTo>
                      <a:lnTo>
                        <a:pt x="0" y="0"/>
                      </a:lnTo>
                      <a:lnTo>
                        <a:pt x="899" y="15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11"/>
                <p:cNvSpPr>
                  <a:spLocks/>
                </p:cNvSpPr>
                <p:nvPr/>
              </p:nvSpPr>
              <p:spPr bwMode="auto">
                <a:xfrm>
                  <a:off x="3148599" y="1336675"/>
                  <a:ext cx="2406650" cy="388937"/>
                </a:xfrm>
                <a:custGeom>
                  <a:avLst/>
                  <a:gdLst>
                    <a:gd name="T0" fmla="*/ 966 w 985"/>
                    <a:gd name="T1" fmla="*/ 0 h 158"/>
                    <a:gd name="T2" fmla="*/ 584 w 985"/>
                    <a:gd name="T3" fmla="*/ 148 h 158"/>
                    <a:gd name="T4" fmla="*/ 19 w 985"/>
                    <a:gd name="T5" fmla="*/ 51 h 158"/>
                    <a:gd name="T6" fmla="*/ 0 w 985"/>
                    <a:gd name="T7" fmla="*/ 58 h 158"/>
                    <a:gd name="T8" fmla="*/ 584 w 985"/>
                    <a:gd name="T9" fmla="*/ 158 h 158"/>
                    <a:gd name="T10" fmla="*/ 584 w 985"/>
                    <a:gd name="T11" fmla="*/ 158 h 158"/>
                    <a:gd name="T12" fmla="*/ 584 w 985"/>
                    <a:gd name="T13" fmla="*/ 158 h 158"/>
                    <a:gd name="T14" fmla="*/ 584 w 985"/>
                    <a:gd name="T15" fmla="*/ 158 h 158"/>
                    <a:gd name="T16" fmla="*/ 584 w 985"/>
                    <a:gd name="T17" fmla="*/ 158 h 158"/>
                    <a:gd name="T18" fmla="*/ 584 w 985"/>
                    <a:gd name="T19" fmla="*/ 158 h 158"/>
                    <a:gd name="T20" fmla="*/ 584 w 985"/>
                    <a:gd name="T21" fmla="*/ 158 h 158"/>
                    <a:gd name="T22" fmla="*/ 584 w 985"/>
                    <a:gd name="T23" fmla="*/ 158 h 158"/>
                    <a:gd name="T24" fmla="*/ 781 w 985"/>
                    <a:gd name="T25" fmla="*/ 82 h 158"/>
                    <a:gd name="T26" fmla="*/ 985 w 985"/>
                    <a:gd name="T27" fmla="*/ 3 h 158"/>
                    <a:gd name="T28" fmla="*/ 966 w 985"/>
                    <a:gd name="T29" fmla="*/ 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85" h="158">
                      <a:moveTo>
                        <a:pt x="966" y="0"/>
                      </a:moveTo>
                      <a:cubicBezTo>
                        <a:pt x="584" y="148"/>
                        <a:pt x="584" y="148"/>
                        <a:pt x="584" y="148"/>
                      </a:cubicBezTo>
                      <a:cubicBezTo>
                        <a:pt x="19" y="51"/>
                        <a:pt x="19" y="51"/>
                        <a:pt x="19" y="51"/>
                      </a:cubicBezTo>
                      <a:cubicBezTo>
                        <a:pt x="0" y="58"/>
                        <a:pt x="0" y="58"/>
                        <a:pt x="0" y="58"/>
                      </a:cubicBezTo>
                      <a:cubicBezTo>
                        <a:pt x="584" y="158"/>
                        <a:pt x="584" y="158"/>
                        <a:pt x="584" y="158"/>
                      </a:cubicBezTo>
                      <a:cubicBezTo>
                        <a:pt x="584" y="158"/>
                        <a:pt x="584" y="158"/>
                        <a:pt x="584" y="158"/>
                      </a:cubicBezTo>
                      <a:cubicBezTo>
                        <a:pt x="584" y="158"/>
                        <a:pt x="584" y="158"/>
                        <a:pt x="584" y="158"/>
                      </a:cubicBezTo>
                      <a:cubicBezTo>
                        <a:pt x="584" y="158"/>
                        <a:pt x="584" y="158"/>
                        <a:pt x="584" y="158"/>
                      </a:cubicBezTo>
                      <a:cubicBezTo>
                        <a:pt x="584" y="158"/>
                        <a:pt x="584" y="158"/>
                        <a:pt x="584" y="158"/>
                      </a:cubicBezTo>
                      <a:cubicBezTo>
                        <a:pt x="584" y="158"/>
                        <a:pt x="584" y="158"/>
                        <a:pt x="584" y="158"/>
                      </a:cubicBezTo>
                      <a:cubicBezTo>
                        <a:pt x="584" y="158"/>
                        <a:pt x="584" y="158"/>
                        <a:pt x="584" y="158"/>
                      </a:cubicBezTo>
                      <a:cubicBezTo>
                        <a:pt x="584" y="158"/>
                        <a:pt x="584" y="158"/>
                        <a:pt x="584" y="158"/>
                      </a:cubicBezTo>
                      <a:cubicBezTo>
                        <a:pt x="585" y="158"/>
                        <a:pt x="670" y="120"/>
                        <a:pt x="781" y="82"/>
                      </a:cubicBezTo>
                      <a:cubicBezTo>
                        <a:pt x="985" y="3"/>
                        <a:pt x="985" y="3"/>
                        <a:pt x="985" y="3"/>
                      </a:cubicBezTo>
                      <a:cubicBezTo>
                        <a:pt x="966" y="0"/>
                        <a:pt x="966" y="0"/>
                        <a:pt x="966" y="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12"/>
                <p:cNvSpPr>
                  <a:spLocks/>
                </p:cNvSpPr>
                <p:nvPr/>
              </p:nvSpPr>
              <p:spPr bwMode="auto">
                <a:xfrm>
                  <a:off x="4562476" y="1344613"/>
                  <a:ext cx="6959860" cy="1222375"/>
                </a:xfrm>
                <a:custGeom>
                  <a:avLst/>
                  <a:gdLst>
                    <a:gd name="T0" fmla="*/ 2136 w 2136"/>
                    <a:gd name="T1" fmla="*/ 0 h 498"/>
                    <a:gd name="T2" fmla="*/ 564 w 2136"/>
                    <a:gd name="T3" fmla="*/ 0 h 498"/>
                    <a:gd name="T4" fmla="*/ 0 w 2136"/>
                    <a:gd name="T5" fmla="*/ 155 h 498"/>
                    <a:gd name="T6" fmla="*/ 0 w 2136"/>
                    <a:gd name="T7" fmla="*/ 498 h 498"/>
                    <a:gd name="T8" fmla="*/ 564 w 2136"/>
                    <a:gd name="T9" fmla="*/ 347 h 498"/>
                    <a:gd name="T10" fmla="*/ 2136 w 2136"/>
                    <a:gd name="T11" fmla="*/ 347 h 498"/>
                    <a:gd name="T12" fmla="*/ 2046 w 2136"/>
                    <a:gd name="T13" fmla="*/ 173 h 498"/>
                    <a:gd name="T14" fmla="*/ 2136 w 2136"/>
                    <a:gd name="T15" fmla="*/ 0 h 4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6" h="498">
                      <a:moveTo>
                        <a:pt x="2136" y="0"/>
                      </a:moveTo>
                      <a:cubicBezTo>
                        <a:pt x="564" y="0"/>
                        <a:pt x="564" y="0"/>
                        <a:pt x="564" y="0"/>
                      </a:cubicBezTo>
                      <a:cubicBezTo>
                        <a:pt x="348" y="0"/>
                        <a:pt x="0" y="155"/>
                        <a:pt x="0" y="155"/>
                      </a:cubicBezTo>
                      <a:cubicBezTo>
                        <a:pt x="0" y="498"/>
                        <a:pt x="0" y="498"/>
                        <a:pt x="0" y="498"/>
                      </a:cubicBezTo>
                      <a:cubicBezTo>
                        <a:pt x="0" y="498"/>
                        <a:pt x="331" y="347"/>
                        <a:pt x="564" y="347"/>
                      </a:cubicBezTo>
                      <a:cubicBezTo>
                        <a:pt x="2136" y="347"/>
                        <a:pt x="2136" y="347"/>
                        <a:pt x="2136" y="347"/>
                      </a:cubicBezTo>
                      <a:cubicBezTo>
                        <a:pt x="2046" y="173"/>
                        <a:pt x="2046" y="173"/>
                        <a:pt x="2046" y="173"/>
                      </a:cubicBezTo>
                      <a:cubicBezTo>
                        <a:pt x="2136" y="0"/>
                        <a:pt x="2136" y="0"/>
                        <a:pt x="2136" y="0"/>
                      </a:cubicBezTo>
                    </a:path>
                  </a:pathLst>
                </a:cu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13"/>
                <p:cNvSpPr>
                  <a:spLocks noEditPoints="1"/>
                </p:cNvSpPr>
                <p:nvPr/>
              </p:nvSpPr>
              <p:spPr bwMode="auto">
                <a:xfrm>
                  <a:off x="4562475" y="17256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14"/>
                <p:cNvSpPr>
                  <a:spLocks/>
                </p:cNvSpPr>
                <p:nvPr/>
              </p:nvSpPr>
              <p:spPr bwMode="auto">
                <a:xfrm>
                  <a:off x="4562475" y="2563813"/>
                  <a:ext cx="1587" cy="3175"/>
                </a:xfrm>
                <a:custGeom>
                  <a:avLst/>
                  <a:gdLst>
                    <a:gd name="T0" fmla="*/ 1 w 1"/>
                    <a:gd name="T1" fmla="*/ 0 h 1"/>
                    <a:gd name="T2" fmla="*/ 0 w 1"/>
                    <a:gd name="T3" fmla="*/ 1 h 1"/>
                    <a:gd name="T4" fmla="*/ 1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1"/>
                        <a:pt x="1" y="1"/>
                        <a:pt x="0" y="1"/>
                      </a:cubicBezTo>
                      <a:cubicBezTo>
                        <a:pt x="1" y="1"/>
                        <a:pt x="1" y="1"/>
                        <a:pt x="1" y="0"/>
                      </a:cubicBezTo>
                      <a:cubicBezTo>
                        <a:pt x="1" y="0"/>
                        <a:pt x="1" y="0"/>
                        <a:pt x="1"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15"/>
                <p:cNvSpPr>
                  <a:spLocks/>
                </p:cNvSpPr>
                <p:nvPr/>
              </p:nvSpPr>
              <p:spPr bwMode="auto">
                <a:xfrm>
                  <a:off x="4568825" y="2544763"/>
                  <a:ext cx="39687" cy="15875"/>
                </a:xfrm>
                <a:custGeom>
                  <a:avLst/>
                  <a:gdLst>
                    <a:gd name="T0" fmla="*/ 16 w 16"/>
                    <a:gd name="T1" fmla="*/ 0 h 7"/>
                    <a:gd name="T2" fmla="*/ 0 w 16"/>
                    <a:gd name="T3" fmla="*/ 7 h 7"/>
                    <a:gd name="T4" fmla="*/ 0 w 16"/>
                    <a:gd name="T5" fmla="*/ 7 h 7"/>
                    <a:gd name="T6" fmla="*/ 16 w 16"/>
                    <a:gd name="T7" fmla="*/ 0 h 7"/>
                    <a:gd name="T8" fmla="*/ 16 w 16"/>
                    <a:gd name="T9" fmla="*/ 0 h 7"/>
                  </a:gdLst>
                  <a:ahLst/>
                  <a:cxnLst>
                    <a:cxn ang="0">
                      <a:pos x="T0" y="T1"/>
                    </a:cxn>
                    <a:cxn ang="0">
                      <a:pos x="T2" y="T3"/>
                    </a:cxn>
                    <a:cxn ang="0">
                      <a:pos x="T4" y="T5"/>
                    </a:cxn>
                    <a:cxn ang="0">
                      <a:pos x="T6" y="T7"/>
                    </a:cxn>
                    <a:cxn ang="0">
                      <a:pos x="T8" y="T9"/>
                    </a:cxn>
                  </a:cxnLst>
                  <a:rect l="0" t="0" r="r" b="b"/>
                  <a:pathLst>
                    <a:path w="16" h="7">
                      <a:moveTo>
                        <a:pt x="16" y="0"/>
                      </a:moveTo>
                      <a:cubicBezTo>
                        <a:pt x="9" y="4"/>
                        <a:pt x="3" y="6"/>
                        <a:pt x="0" y="7"/>
                      </a:cubicBezTo>
                      <a:cubicBezTo>
                        <a:pt x="0" y="7"/>
                        <a:pt x="0" y="7"/>
                        <a:pt x="0" y="7"/>
                      </a:cubicBezTo>
                      <a:cubicBezTo>
                        <a:pt x="3" y="6"/>
                        <a:pt x="9" y="4"/>
                        <a:pt x="16" y="0"/>
                      </a:cubicBezTo>
                      <a:cubicBezTo>
                        <a:pt x="16" y="0"/>
                        <a:pt x="16"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16"/>
                <p:cNvSpPr>
                  <a:spLocks/>
                </p:cNvSpPr>
                <p:nvPr/>
              </p:nvSpPr>
              <p:spPr bwMode="auto">
                <a:xfrm>
                  <a:off x="4564063" y="2560638"/>
                  <a:ext cx="4762" cy="3175"/>
                </a:xfrm>
                <a:custGeom>
                  <a:avLst/>
                  <a:gdLst>
                    <a:gd name="T0" fmla="*/ 2 w 2"/>
                    <a:gd name="T1" fmla="*/ 0 h 1"/>
                    <a:gd name="T2" fmla="*/ 0 w 2"/>
                    <a:gd name="T3" fmla="*/ 1 h 1"/>
                    <a:gd name="T4" fmla="*/ 0 w 2"/>
                    <a:gd name="T5" fmla="*/ 1 h 1"/>
                    <a:gd name="T6" fmla="*/ 2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1" y="1"/>
                        <a:pt x="1" y="1"/>
                        <a:pt x="0" y="1"/>
                      </a:cubicBezTo>
                      <a:cubicBezTo>
                        <a:pt x="0" y="1"/>
                        <a:pt x="0" y="1"/>
                        <a:pt x="0" y="1"/>
                      </a:cubicBezTo>
                      <a:cubicBezTo>
                        <a:pt x="1" y="1"/>
                        <a:pt x="1" y="1"/>
                        <a:pt x="2" y="0"/>
                      </a:cubicBezTo>
                      <a:cubicBezTo>
                        <a:pt x="2" y="0"/>
                        <a:pt x="2" y="0"/>
                        <a:pt x="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17"/>
                <p:cNvSpPr>
                  <a:spLocks/>
                </p:cNvSpPr>
                <p:nvPr/>
              </p:nvSpPr>
              <p:spPr bwMode="auto">
                <a:xfrm>
                  <a:off x="4562475" y="1704975"/>
                  <a:ext cx="46037" cy="862012"/>
                </a:xfrm>
                <a:custGeom>
                  <a:avLst/>
                  <a:gdLst>
                    <a:gd name="T0" fmla="*/ 19 w 19"/>
                    <a:gd name="T1" fmla="*/ 0 h 351"/>
                    <a:gd name="T2" fmla="*/ 0 w 19"/>
                    <a:gd name="T3" fmla="*/ 8 h 351"/>
                    <a:gd name="T4" fmla="*/ 0 w 19"/>
                    <a:gd name="T5" fmla="*/ 8 h 351"/>
                    <a:gd name="T6" fmla="*/ 0 w 19"/>
                    <a:gd name="T7" fmla="*/ 8 h 351"/>
                    <a:gd name="T8" fmla="*/ 0 w 19"/>
                    <a:gd name="T9" fmla="*/ 8 h 351"/>
                    <a:gd name="T10" fmla="*/ 0 w 19"/>
                    <a:gd name="T11" fmla="*/ 8 h 351"/>
                    <a:gd name="T12" fmla="*/ 0 w 19"/>
                    <a:gd name="T13" fmla="*/ 8 h 351"/>
                    <a:gd name="T14" fmla="*/ 0 w 19"/>
                    <a:gd name="T15" fmla="*/ 8 h 351"/>
                    <a:gd name="T16" fmla="*/ 0 w 19"/>
                    <a:gd name="T17" fmla="*/ 8 h 351"/>
                    <a:gd name="T18" fmla="*/ 0 w 19"/>
                    <a:gd name="T19" fmla="*/ 8 h 351"/>
                    <a:gd name="T20" fmla="*/ 0 w 19"/>
                    <a:gd name="T21" fmla="*/ 8 h 351"/>
                    <a:gd name="T22" fmla="*/ 0 w 19"/>
                    <a:gd name="T23" fmla="*/ 351 h 351"/>
                    <a:gd name="T24" fmla="*/ 0 w 19"/>
                    <a:gd name="T25" fmla="*/ 351 h 351"/>
                    <a:gd name="T26" fmla="*/ 0 w 19"/>
                    <a:gd name="T27" fmla="*/ 351 h 351"/>
                    <a:gd name="T28" fmla="*/ 0 w 19"/>
                    <a:gd name="T29" fmla="*/ 351 h 351"/>
                    <a:gd name="T30" fmla="*/ 1 w 19"/>
                    <a:gd name="T31" fmla="*/ 350 h 351"/>
                    <a:gd name="T32" fmla="*/ 3 w 19"/>
                    <a:gd name="T33" fmla="*/ 349 h 351"/>
                    <a:gd name="T34" fmla="*/ 19 w 19"/>
                    <a:gd name="T35" fmla="*/ 342 h 351"/>
                    <a:gd name="T36" fmla="*/ 19 w 19"/>
                    <a:gd name="T37" fmla="*/ 342 h 351"/>
                    <a:gd name="T38" fmla="*/ 19 w 19"/>
                    <a:gd name="T39" fmla="*/ 0 h 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 h="351">
                      <a:moveTo>
                        <a:pt x="19" y="0"/>
                      </a:moveTo>
                      <a:cubicBezTo>
                        <a:pt x="7" y="5"/>
                        <a:pt x="1"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351"/>
                        <a:pt x="0" y="351"/>
                        <a:pt x="0" y="351"/>
                      </a:cubicBezTo>
                      <a:cubicBezTo>
                        <a:pt x="0" y="351"/>
                        <a:pt x="0" y="351"/>
                        <a:pt x="0" y="351"/>
                      </a:cubicBezTo>
                      <a:cubicBezTo>
                        <a:pt x="0" y="351"/>
                        <a:pt x="0" y="351"/>
                        <a:pt x="0" y="351"/>
                      </a:cubicBezTo>
                      <a:cubicBezTo>
                        <a:pt x="0" y="351"/>
                        <a:pt x="0" y="351"/>
                        <a:pt x="0" y="351"/>
                      </a:cubicBezTo>
                      <a:cubicBezTo>
                        <a:pt x="1" y="351"/>
                        <a:pt x="1" y="351"/>
                        <a:pt x="1" y="350"/>
                      </a:cubicBezTo>
                      <a:cubicBezTo>
                        <a:pt x="2" y="350"/>
                        <a:pt x="2" y="350"/>
                        <a:pt x="3" y="349"/>
                      </a:cubicBezTo>
                      <a:cubicBezTo>
                        <a:pt x="6" y="348"/>
                        <a:pt x="12" y="346"/>
                        <a:pt x="19" y="342"/>
                      </a:cubicBezTo>
                      <a:cubicBezTo>
                        <a:pt x="19" y="342"/>
                        <a:pt x="19" y="342"/>
                        <a:pt x="19" y="342"/>
                      </a:cubicBezTo>
                      <a:cubicBezTo>
                        <a:pt x="19" y="0"/>
                        <a:pt x="19" y="0"/>
                        <a:pt x="19" y="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46" name="Inhaltsplatzhalter 4"/>
              <p:cNvSpPr txBox="1">
                <a:spLocks/>
              </p:cNvSpPr>
              <p:nvPr/>
            </p:nvSpPr>
            <p:spPr>
              <a:xfrm>
                <a:off x="589403" y="2321974"/>
                <a:ext cx="885242" cy="430887"/>
              </a:xfrm>
              <a:prstGeom prst="rect">
                <a:avLst/>
              </a:prstGeom>
            </p:spPr>
            <p:txBody>
              <a:bodyPr wrap="square" lIns="0" tIns="0" rIns="0" bIns="0" anchor="ctr">
                <a:spAutoFit/>
                <a:scene3d>
                  <a:camera prst="isometricOffAxis2Left"/>
                  <a:lightRig rig="threePt" dir="t"/>
                </a:scene3d>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800" b="1" dirty="0">
                    <a:latin typeface="+mj-lt"/>
                  </a:rPr>
                  <a:t>01</a:t>
                </a:r>
                <a:endParaRPr lang="en-US" sz="2000" dirty="0">
                  <a:latin typeface="+mn-lt"/>
                </a:endParaRPr>
              </a:p>
            </p:txBody>
          </p:sp>
        </p:grpSp>
        <p:sp>
          <p:nvSpPr>
            <p:cNvPr id="27" name="Inhaltsplatzhalter 4"/>
            <p:cNvSpPr txBox="1">
              <a:spLocks/>
            </p:cNvSpPr>
            <p:nvPr/>
          </p:nvSpPr>
          <p:spPr>
            <a:xfrm>
              <a:off x="3171316" y="1800910"/>
              <a:ext cx="3602085" cy="192820"/>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1200"/>
                </a:spcAft>
                <a:buNone/>
              </a:pPr>
              <a:r>
                <a:rPr lang="en-US" sz="1600" b="1">
                  <a:latin typeface="Calibri Light (Headings)"/>
                </a:rPr>
                <a:t>TỔNG QUAN CH</a:t>
              </a:r>
              <a:r>
                <a:rPr lang="vi-VN" sz="1600" b="1">
                  <a:latin typeface="Calibri Light (Headings)"/>
                </a:rPr>
                <a:t>Ư</a:t>
              </a:r>
              <a:r>
                <a:rPr lang="en-US" sz="1600" b="1">
                  <a:latin typeface="Calibri Light (Headings)"/>
                </a:rPr>
                <a:t>ƠNG TRÌNH</a:t>
              </a:r>
              <a:endParaRPr lang="en-US" sz="1200" dirty="0">
                <a:latin typeface="Calibri Light (Headings)"/>
              </a:endParaRPr>
            </a:p>
          </p:txBody>
        </p:sp>
      </p:grpSp>
      <p:sp>
        <p:nvSpPr>
          <p:cNvPr id="121" name="Title 1">
            <a:extLst>
              <a:ext uri="{FF2B5EF4-FFF2-40B4-BE49-F238E27FC236}">
                <a16:creationId xmlns:a16="http://schemas.microsoft.com/office/drawing/2014/main" id="{C455E54C-3E8F-459C-9182-D616644E4BCF}"/>
              </a:ext>
            </a:extLst>
          </p:cNvPr>
          <p:cNvSpPr>
            <a:spLocks noGrp="1"/>
          </p:cNvSpPr>
          <p:nvPr>
            <p:ph type="title"/>
          </p:nvPr>
        </p:nvSpPr>
        <p:spPr>
          <a:xfrm>
            <a:off x="578223" y="279867"/>
            <a:ext cx="11066930" cy="605631"/>
          </a:xfrm>
        </p:spPr>
        <p:txBody>
          <a:bodyPr/>
          <a:lstStyle/>
          <a:p>
            <a:r>
              <a:rPr lang="en-US" dirty="0" err="1">
                <a:latin typeface="Times New Roman" panose="02020603050405020304" pitchFamily="18" charset="0"/>
                <a:cs typeface="Times New Roman" panose="02020603050405020304" pitchFamily="18" charset="0"/>
              </a:rPr>
              <a:t>NỘI</a:t>
            </a:r>
            <a:r>
              <a:rPr lang="en-US" dirty="0">
                <a:latin typeface="Times New Roman" panose="02020603050405020304" pitchFamily="18" charset="0"/>
                <a:cs typeface="Times New Roman" panose="02020603050405020304" pitchFamily="18" charset="0"/>
              </a:rPr>
              <a:t> DUNG</a:t>
            </a:r>
          </a:p>
        </p:txBody>
      </p:sp>
      <p:pic>
        <p:nvPicPr>
          <p:cNvPr id="123" name="Picture 4" descr="Kết quả hình ảnh cho bigdata">
            <a:extLst>
              <a:ext uri="{FF2B5EF4-FFF2-40B4-BE49-F238E27FC236}">
                <a16:creationId xmlns:a16="http://schemas.microsoft.com/office/drawing/2014/main" id="{8D174CC7-E0C1-4AB1-81EE-68F320B20D7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12743" y="1538068"/>
            <a:ext cx="4736369" cy="4153605"/>
          </a:xfrm>
          <a:prstGeom prst="rect">
            <a:avLst/>
          </a:prstGeom>
          <a:noFill/>
          <a:extLst>
            <a:ext uri="{909E8E84-426E-40DD-AFC4-6F175D3DCCD1}">
              <a14:hiddenFill xmlns:a14="http://schemas.microsoft.com/office/drawing/2010/main">
                <a:solidFill>
                  <a:srgbClr val="FFFFFF"/>
                </a:solidFill>
              </a14:hiddenFill>
            </a:ext>
          </a:extLst>
        </p:spPr>
      </p:pic>
      <p:grpSp>
        <p:nvGrpSpPr>
          <p:cNvPr id="108" name="Group 107"/>
          <p:cNvGrpSpPr/>
          <p:nvPr/>
        </p:nvGrpSpPr>
        <p:grpSpPr>
          <a:xfrm>
            <a:off x="622487" y="3355159"/>
            <a:ext cx="6485557" cy="1413022"/>
            <a:chOff x="727186" y="2246320"/>
            <a:chExt cx="6326991" cy="1106560"/>
          </a:xfrm>
        </p:grpSpPr>
        <p:grpSp>
          <p:nvGrpSpPr>
            <p:cNvPr id="109" name="Group 108"/>
            <p:cNvGrpSpPr/>
            <p:nvPr/>
          </p:nvGrpSpPr>
          <p:grpSpPr>
            <a:xfrm>
              <a:off x="727186" y="2246320"/>
              <a:ext cx="6326991" cy="1106560"/>
              <a:chOff x="508001" y="2709446"/>
              <a:chExt cx="6326991" cy="1106560"/>
            </a:xfrm>
          </p:grpSpPr>
          <p:grpSp>
            <p:nvGrpSpPr>
              <p:cNvPr id="111" name="Group 110"/>
              <p:cNvGrpSpPr/>
              <p:nvPr/>
            </p:nvGrpSpPr>
            <p:grpSpPr>
              <a:xfrm>
                <a:off x="508001" y="2709446"/>
                <a:ext cx="6326991" cy="1106560"/>
                <a:chOff x="3135313" y="1100138"/>
                <a:chExt cx="8387023" cy="1466850"/>
              </a:xfrm>
            </p:grpSpPr>
            <p:sp>
              <p:nvSpPr>
                <p:cNvPr id="113" name="Freeform 5"/>
                <p:cNvSpPr>
                  <a:spLocks/>
                </p:cNvSpPr>
                <p:nvPr/>
              </p:nvSpPr>
              <p:spPr bwMode="auto">
                <a:xfrm>
                  <a:off x="3135313" y="1100138"/>
                  <a:ext cx="2406650" cy="625475"/>
                </a:xfrm>
                <a:custGeom>
                  <a:avLst/>
                  <a:gdLst>
                    <a:gd name="T0" fmla="*/ 616 w 1516"/>
                    <a:gd name="T1" fmla="*/ 0 h 394"/>
                    <a:gd name="T2" fmla="*/ 1516 w 1516"/>
                    <a:gd name="T3" fmla="*/ 154 h 394"/>
                    <a:gd name="T4" fmla="*/ 899 w 1516"/>
                    <a:gd name="T5" fmla="*/ 394 h 394"/>
                    <a:gd name="T6" fmla="*/ 0 w 1516"/>
                    <a:gd name="T7" fmla="*/ 239 h 394"/>
                    <a:gd name="T8" fmla="*/ 616 w 1516"/>
                    <a:gd name="T9" fmla="*/ 0 h 394"/>
                  </a:gdLst>
                  <a:ahLst/>
                  <a:cxnLst>
                    <a:cxn ang="0">
                      <a:pos x="T0" y="T1"/>
                    </a:cxn>
                    <a:cxn ang="0">
                      <a:pos x="T2" y="T3"/>
                    </a:cxn>
                    <a:cxn ang="0">
                      <a:pos x="T4" y="T5"/>
                    </a:cxn>
                    <a:cxn ang="0">
                      <a:pos x="T6" y="T7"/>
                    </a:cxn>
                    <a:cxn ang="0">
                      <a:pos x="T8" y="T9"/>
                    </a:cxn>
                  </a:cxnLst>
                  <a:rect l="0" t="0" r="r" b="b"/>
                  <a:pathLst>
                    <a:path w="1516" h="394">
                      <a:moveTo>
                        <a:pt x="616" y="0"/>
                      </a:moveTo>
                      <a:lnTo>
                        <a:pt x="1516" y="154"/>
                      </a:lnTo>
                      <a:lnTo>
                        <a:pt x="899" y="394"/>
                      </a:lnTo>
                      <a:lnTo>
                        <a:pt x="0" y="239"/>
                      </a:lnTo>
                      <a:lnTo>
                        <a:pt x="616" y="0"/>
                      </a:lnTo>
                      <a:close/>
                    </a:path>
                  </a:pathLst>
                </a:custGeom>
                <a:solidFill>
                  <a:schemeClr val="accent2">
                    <a:lumMod val="60000"/>
                    <a:lumOff val="40000"/>
                    <a:alpha val="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4" name="Freeform 6"/>
                <p:cNvSpPr>
                  <a:spLocks/>
                </p:cNvSpPr>
                <p:nvPr/>
              </p:nvSpPr>
              <p:spPr bwMode="auto">
                <a:xfrm>
                  <a:off x="3135313" y="1100138"/>
                  <a:ext cx="2406650" cy="625475"/>
                </a:xfrm>
                <a:custGeom>
                  <a:avLst/>
                  <a:gdLst>
                    <a:gd name="T0" fmla="*/ 616 w 1516"/>
                    <a:gd name="T1" fmla="*/ 0 h 394"/>
                    <a:gd name="T2" fmla="*/ 1516 w 1516"/>
                    <a:gd name="T3" fmla="*/ 154 h 394"/>
                    <a:gd name="T4" fmla="*/ 899 w 1516"/>
                    <a:gd name="T5" fmla="*/ 394 h 394"/>
                    <a:gd name="T6" fmla="*/ 0 w 1516"/>
                    <a:gd name="T7" fmla="*/ 239 h 394"/>
                    <a:gd name="T8" fmla="*/ 616 w 1516"/>
                    <a:gd name="T9" fmla="*/ 0 h 394"/>
                  </a:gdLst>
                  <a:ahLst/>
                  <a:cxnLst>
                    <a:cxn ang="0">
                      <a:pos x="T0" y="T1"/>
                    </a:cxn>
                    <a:cxn ang="0">
                      <a:pos x="T2" y="T3"/>
                    </a:cxn>
                    <a:cxn ang="0">
                      <a:pos x="T4" y="T5"/>
                    </a:cxn>
                    <a:cxn ang="0">
                      <a:pos x="T6" y="T7"/>
                    </a:cxn>
                    <a:cxn ang="0">
                      <a:pos x="T8" y="T9"/>
                    </a:cxn>
                  </a:cxnLst>
                  <a:rect l="0" t="0" r="r" b="b"/>
                  <a:pathLst>
                    <a:path w="1516" h="394">
                      <a:moveTo>
                        <a:pt x="616" y="0"/>
                      </a:moveTo>
                      <a:lnTo>
                        <a:pt x="1516" y="154"/>
                      </a:lnTo>
                      <a:lnTo>
                        <a:pt x="899" y="394"/>
                      </a:lnTo>
                      <a:lnTo>
                        <a:pt x="0" y="239"/>
                      </a:lnTo>
                      <a:lnTo>
                        <a:pt x="61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7"/>
                <p:cNvSpPr>
                  <a:spLocks/>
                </p:cNvSpPr>
                <p:nvPr/>
              </p:nvSpPr>
              <p:spPr bwMode="auto">
                <a:xfrm>
                  <a:off x="4562475" y="1344613"/>
                  <a:ext cx="985837" cy="1222375"/>
                </a:xfrm>
                <a:custGeom>
                  <a:avLst/>
                  <a:gdLst>
                    <a:gd name="T0" fmla="*/ 617 w 621"/>
                    <a:gd name="T1" fmla="*/ 0 h 770"/>
                    <a:gd name="T2" fmla="*/ 621 w 621"/>
                    <a:gd name="T3" fmla="*/ 530 h 770"/>
                    <a:gd name="T4" fmla="*/ 4 w 621"/>
                    <a:gd name="T5" fmla="*/ 770 h 770"/>
                    <a:gd name="T6" fmla="*/ 0 w 621"/>
                    <a:gd name="T7" fmla="*/ 240 h 770"/>
                    <a:gd name="T8" fmla="*/ 617 w 621"/>
                    <a:gd name="T9" fmla="*/ 0 h 770"/>
                  </a:gdLst>
                  <a:ahLst/>
                  <a:cxnLst>
                    <a:cxn ang="0">
                      <a:pos x="T0" y="T1"/>
                    </a:cxn>
                    <a:cxn ang="0">
                      <a:pos x="T2" y="T3"/>
                    </a:cxn>
                    <a:cxn ang="0">
                      <a:pos x="T4" y="T5"/>
                    </a:cxn>
                    <a:cxn ang="0">
                      <a:pos x="T6" y="T7"/>
                    </a:cxn>
                    <a:cxn ang="0">
                      <a:pos x="T8" y="T9"/>
                    </a:cxn>
                  </a:cxnLst>
                  <a:rect l="0" t="0" r="r" b="b"/>
                  <a:pathLst>
                    <a:path w="621" h="770">
                      <a:moveTo>
                        <a:pt x="617" y="0"/>
                      </a:moveTo>
                      <a:lnTo>
                        <a:pt x="621" y="530"/>
                      </a:lnTo>
                      <a:lnTo>
                        <a:pt x="4" y="770"/>
                      </a:lnTo>
                      <a:lnTo>
                        <a:pt x="0" y="240"/>
                      </a:lnTo>
                      <a:lnTo>
                        <a:pt x="617" y="0"/>
                      </a:lnTo>
                      <a:close/>
                    </a:path>
                  </a:pathLst>
                </a:custGeom>
                <a:solidFill>
                  <a:schemeClr val="accent2">
                    <a:alpha val="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6" name="Freeform 8"/>
                <p:cNvSpPr>
                  <a:spLocks/>
                </p:cNvSpPr>
                <p:nvPr/>
              </p:nvSpPr>
              <p:spPr bwMode="auto">
                <a:xfrm>
                  <a:off x="4562475" y="1344613"/>
                  <a:ext cx="985837" cy="1222375"/>
                </a:xfrm>
                <a:custGeom>
                  <a:avLst/>
                  <a:gdLst>
                    <a:gd name="T0" fmla="*/ 617 w 621"/>
                    <a:gd name="T1" fmla="*/ 0 h 770"/>
                    <a:gd name="T2" fmla="*/ 621 w 621"/>
                    <a:gd name="T3" fmla="*/ 530 h 770"/>
                    <a:gd name="T4" fmla="*/ 4 w 621"/>
                    <a:gd name="T5" fmla="*/ 770 h 770"/>
                    <a:gd name="T6" fmla="*/ 0 w 621"/>
                    <a:gd name="T7" fmla="*/ 240 h 770"/>
                    <a:gd name="T8" fmla="*/ 617 w 621"/>
                    <a:gd name="T9" fmla="*/ 0 h 770"/>
                  </a:gdLst>
                  <a:ahLst/>
                  <a:cxnLst>
                    <a:cxn ang="0">
                      <a:pos x="T0" y="T1"/>
                    </a:cxn>
                    <a:cxn ang="0">
                      <a:pos x="T2" y="T3"/>
                    </a:cxn>
                    <a:cxn ang="0">
                      <a:pos x="T4" y="T5"/>
                    </a:cxn>
                    <a:cxn ang="0">
                      <a:pos x="T6" y="T7"/>
                    </a:cxn>
                    <a:cxn ang="0">
                      <a:pos x="T8" y="T9"/>
                    </a:cxn>
                  </a:cxnLst>
                  <a:rect l="0" t="0" r="r" b="b"/>
                  <a:pathLst>
                    <a:path w="621" h="770">
                      <a:moveTo>
                        <a:pt x="617" y="0"/>
                      </a:moveTo>
                      <a:lnTo>
                        <a:pt x="621" y="530"/>
                      </a:lnTo>
                      <a:lnTo>
                        <a:pt x="4" y="770"/>
                      </a:lnTo>
                      <a:lnTo>
                        <a:pt x="0" y="240"/>
                      </a:lnTo>
                      <a:lnTo>
                        <a:pt x="61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9"/>
                <p:cNvSpPr>
                  <a:spLocks/>
                </p:cNvSpPr>
                <p:nvPr/>
              </p:nvSpPr>
              <p:spPr bwMode="auto">
                <a:xfrm>
                  <a:off x="3135313" y="1479550"/>
                  <a:ext cx="1433512" cy="1087437"/>
                </a:xfrm>
                <a:custGeom>
                  <a:avLst/>
                  <a:gdLst>
                    <a:gd name="T0" fmla="*/ 899 w 903"/>
                    <a:gd name="T1" fmla="*/ 155 h 685"/>
                    <a:gd name="T2" fmla="*/ 903 w 903"/>
                    <a:gd name="T3" fmla="*/ 685 h 685"/>
                    <a:gd name="T4" fmla="*/ 3 w 903"/>
                    <a:gd name="T5" fmla="*/ 530 h 685"/>
                    <a:gd name="T6" fmla="*/ 0 w 903"/>
                    <a:gd name="T7" fmla="*/ 0 h 685"/>
                    <a:gd name="T8" fmla="*/ 899 w 903"/>
                    <a:gd name="T9" fmla="*/ 155 h 685"/>
                  </a:gdLst>
                  <a:ahLst/>
                  <a:cxnLst>
                    <a:cxn ang="0">
                      <a:pos x="T0" y="T1"/>
                    </a:cxn>
                    <a:cxn ang="0">
                      <a:pos x="T2" y="T3"/>
                    </a:cxn>
                    <a:cxn ang="0">
                      <a:pos x="T4" y="T5"/>
                    </a:cxn>
                    <a:cxn ang="0">
                      <a:pos x="T6" y="T7"/>
                    </a:cxn>
                    <a:cxn ang="0">
                      <a:pos x="T8" y="T9"/>
                    </a:cxn>
                  </a:cxnLst>
                  <a:rect l="0" t="0" r="r" b="b"/>
                  <a:pathLst>
                    <a:path w="903" h="685">
                      <a:moveTo>
                        <a:pt x="899" y="155"/>
                      </a:moveTo>
                      <a:lnTo>
                        <a:pt x="903" y="685"/>
                      </a:lnTo>
                      <a:lnTo>
                        <a:pt x="3" y="530"/>
                      </a:lnTo>
                      <a:lnTo>
                        <a:pt x="0" y="0"/>
                      </a:lnTo>
                      <a:lnTo>
                        <a:pt x="899" y="15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8" name="Freeform 10"/>
                <p:cNvSpPr>
                  <a:spLocks/>
                </p:cNvSpPr>
                <p:nvPr/>
              </p:nvSpPr>
              <p:spPr bwMode="auto">
                <a:xfrm>
                  <a:off x="3135313" y="1479550"/>
                  <a:ext cx="1433512" cy="1087437"/>
                </a:xfrm>
                <a:custGeom>
                  <a:avLst/>
                  <a:gdLst>
                    <a:gd name="T0" fmla="*/ 899 w 903"/>
                    <a:gd name="T1" fmla="*/ 155 h 685"/>
                    <a:gd name="T2" fmla="*/ 903 w 903"/>
                    <a:gd name="T3" fmla="*/ 685 h 685"/>
                    <a:gd name="T4" fmla="*/ 3 w 903"/>
                    <a:gd name="T5" fmla="*/ 530 h 685"/>
                    <a:gd name="T6" fmla="*/ 0 w 903"/>
                    <a:gd name="T7" fmla="*/ 0 h 685"/>
                    <a:gd name="T8" fmla="*/ 899 w 903"/>
                    <a:gd name="T9" fmla="*/ 155 h 685"/>
                  </a:gdLst>
                  <a:ahLst/>
                  <a:cxnLst>
                    <a:cxn ang="0">
                      <a:pos x="T0" y="T1"/>
                    </a:cxn>
                    <a:cxn ang="0">
                      <a:pos x="T2" y="T3"/>
                    </a:cxn>
                    <a:cxn ang="0">
                      <a:pos x="T4" y="T5"/>
                    </a:cxn>
                    <a:cxn ang="0">
                      <a:pos x="T6" y="T7"/>
                    </a:cxn>
                    <a:cxn ang="0">
                      <a:pos x="T8" y="T9"/>
                    </a:cxn>
                  </a:cxnLst>
                  <a:rect l="0" t="0" r="r" b="b"/>
                  <a:pathLst>
                    <a:path w="903" h="685">
                      <a:moveTo>
                        <a:pt x="899" y="155"/>
                      </a:moveTo>
                      <a:lnTo>
                        <a:pt x="903" y="685"/>
                      </a:lnTo>
                      <a:lnTo>
                        <a:pt x="3" y="530"/>
                      </a:lnTo>
                      <a:lnTo>
                        <a:pt x="0" y="0"/>
                      </a:lnTo>
                      <a:lnTo>
                        <a:pt x="899" y="15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11"/>
                <p:cNvSpPr>
                  <a:spLocks/>
                </p:cNvSpPr>
                <p:nvPr/>
              </p:nvSpPr>
              <p:spPr bwMode="auto">
                <a:xfrm>
                  <a:off x="3135313" y="1336675"/>
                  <a:ext cx="2406650" cy="388937"/>
                </a:xfrm>
                <a:custGeom>
                  <a:avLst/>
                  <a:gdLst>
                    <a:gd name="T0" fmla="*/ 966 w 985"/>
                    <a:gd name="T1" fmla="*/ 0 h 158"/>
                    <a:gd name="T2" fmla="*/ 584 w 985"/>
                    <a:gd name="T3" fmla="*/ 148 h 158"/>
                    <a:gd name="T4" fmla="*/ 19 w 985"/>
                    <a:gd name="T5" fmla="*/ 51 h 158"/>
                    <a:gd name="T6" fmla="*/ 0 w 985"/>
                    <a:gd name="T7" fmla="*/ 58 h 158"/>
                    <a:gd name="T8" fmla="*/ 584 w 985"/>
                    <a:gd name="T9" fmla="*/ 158 h 158"/>
                    <a:gd name="T10" fmla="*/ 584 w 985"/>
                    <a:gd name="T11" fmla="*/ 158 h 158"/>
                    <a:gd name="T12" fmla="*/ 584 w 985"/>
                    <a:gd name="T13" fmla="*/ 158 h 158"/>
                    <a:gd name="T14" fmla="*/ 584 w 985"/>
                    <a:gd name="T15" fmla="*/ 158 h 158"/>
                    <a:gd name="T16" fmla="*/ 584 w 985"/>
                    <a:gd name="T17" fmla="*/ 158 h 158"/>
                    <a:gd name="T18" fmla="*/ 584 w 985"/>
                    <a:gd name="T19" fmla="*/ 158 h 158"/>
                    <a:gd name="T20" fmla="*/ 584 w 985"/>
                    <a:gd name="T21" fmla="*/ 158 h 158"/>
                    <a:gd name="T22" fmla="*/ 584 w 985"/>
                    <a:gd name="T23" fmla="*/ 158 h 158"/>
                    <a:gd name="T24" fmla="*/ 781 w 985"/>
                    <a:gd name="T25" fmla="*/ 82 h 158"/>
                    <a:gd name="T26" fmla="*/ 985 w 985"/>
                    <a:gd name="T27" fmla="*/ 3 h 158"/>
                    <a:gd name="T28" fmla="*/ 966 w 985"/>
                    <a:gd name="T29" fmla="*/ 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85" h="158">
                      <a:moveTo>
                        <a:pt x="966" y="0"/>
                      </a:moveTo>
                      <a:cubicBezTo>
                        <a:pt x="584" y="148"/>
                        <a:pt x="584" y="148"/>
                        <a:pt x="584" y="148"/>
                      </a:cubicBezTo>
                      <a:cubicBezTo>
                        <a:pt x="19" y="51"/>
                        <a:pt x="19" y="51"/>
                        <a:pt x="19" y="51"/>
                      </a:cubicBezTo>
                      <a:cubicBezTo>
                        <a:pt x="0" y="58"/>
                        <a:pt x="0" y="58"/>
                        <a:pt x="0" y="58"/>
                      </a:cubicBezTo>
                      <a:cubicBezTo>
                        <a:pt x="584" y="158"/>
                        <a:pt x="584" y="158"/>
                        <a:pt x="584" y="158"/>
                      </a:cubicBezTo>
                      <a:cubicBezTo>
                        <a:pt x="584" y="158"/>
                        <a:pt x="584" y="158"/>
                        <a:pt x="584" y="158"/>
                      </a:cubicBezTo>
                      <a:cubicBezTo>
                        <a:pt x="584" y="158"/>
                        <a:pt x="584" y="158"/>
                        <a:pt x="584" y="158"/>
                      </a:cubicBezTo>
                      <a:cubicBezTo>
                        <a:pt x="584" y="158"/>
                        <a:pt x="584" y="158"/>
                        <a:pt x="584" y="158"/>
                      </a:cubicBezTo>
                      <a:cubicBezTo>
                        <a:pt x="584" y="158"/>
                        <a:pt x="584" y="158"/>
                        <a:pt x="584" y="158"/>
                      </a:cubicBezTo>
                      <a:cubicBezTo>
                        <a:pt x="584" y="158"/>
                        <a:pt x="584" y="158"/>
                        <a:pt x="584" y="158"/>
                      </a:cubicBezTo>
                      <a:cubicBezTo>
                        <a:pt x="584" y="158"/>
                        <a:pt x="584" y="158"/>
                        <a:pt x="584" y="158"/>
                      </a:cubicBezTo>
                      <a:cubicBezTo>
                        <a:pt x="584" y="158"/>
                        <a:pt x="584" y="158"/>
                        <a:pt x="584" y="158"/>
                      </a:cubicBezTo>
                      <a:cubicBezTo>
                        <a:pt x="585" y="158"/>
                        <a:pt x="670" y="120"/>
                        <a:pt x="781" y="82"/>
                      </a:cubicBezTo>
                      <a:cubicBezTo>
                        <a:pt x="985" y="3"/>
                        <a:pt x="985" y="3"/>
                        <a:pt x="985" y="3"/>
                      </a:cubicBezTo>
                      <a:cubicBezTo>
                        <a:pt x="966" y="0"/>
                        <a:pt x="966" y="0"/>
                        <a:pt x="966" y="0"/>
                      </a:cubicBezTo>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12"/>
                <p:cNvSpPr>
                  <a:spLocks/>
                </p:cNvSpPr>
                <p:nvPr/>
              </p:nvSpPr>
              <p:spPr bwMode="auto">
                <a:xfrm>
                  <a:off x="4562476" y="1344613"/>
                  <a:ext cx="6959860" cy="1222374"/>
                </a:xfrm>
                <a:custGeom>
                  <a:avLst/>
                  <a:gdLst>
                    <a:gd name="T0" fmla="*/ 2136 w 2136"/>
                    <a:gd name="T1" fmla="*/ 0 h 498"/>
                    <a:gd name="T2" fmla="*/ 564 w 2136"/>
                    <a:gd name="T3" fmla="*/ 0 h 498"/>
                    <a:gd name="T4" fmla="*/ 0 w 2136"/>
                    <a:gd name="T5" fmla="*/ 155 h 498"/>
                    <a:gd name="T6" fmla="*/ 0 w 2136"/>
                    <a:gd name="T7" fmla="*/ 498 h 498"/>
                    <a:gd name="T8" fmla="*/ 564 w 2136"/>
                    <a:gd name="T9" fmla="*/ 347 h 498"/>
                    <a:gd name="T10" fmla="*/ 2136 w 2136"/>
                    <a:gd name="T11" fmla="*/ 347 h 498"/>
                    <a:gd name="T12" fmla="*/ 2046 w 2136"/>
                    <a:gd name="T13" fmla="*/ 173 h 498"/>
                    <a:gd name="T14" fmla="*/ 2136 w 2136"/>
                    <a:gd name="T15" fmla="*/ 0 h 4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6" h="498">
                      <a:moveTo>
                        <a:pt x="2136" y="0"/>
                      </a:moveTo>
                      <a:cubicBezTo>
                        <a:pt x="564" y="0"/>
                        <a:pt x="564" y="0"/>
                        <a:pt x="564" y="0"/>
                      </a:cubicBezTo>
                      <a:cubicBezTo>
                        <a:pt x="348" y="0"/>
                        <a:pt x="0" y="155"/>
                        <a:pt x="0" y="155"/>
                      </a:cubicBezTo>
                      <a:cubicBezTo>
                        <a:pt x="0" y="498"/>
                        <a:pt x="0" y="498"/>
                        <a:pt x="0" y="498"/>
                      </a:cubicBezTo>
                      <a:cubicBezTo>
                        <a:pt x="0" y="498"/>
                        <a:pt x="331" y="347"/>
                        <a:pt x="564" y="347"/>
                      </a:cubicBezTo>
                      <a:cubicBezTo>
                        <a:pt x="2136" y="347"/>
                        <a:pt x="2136" y="347"/>
                        <a:pt x="2136" y="347"/>
                      </a:cubicBezTo>
                      <a:cubicBezTo>
                        <a:pt x="2046" y="173"/>
                        <a:pt x="2046" y="173"/>
                        <a:pt x="2046" y="173"/>
                      </a:cubicBezTo>
                      <a:cubicBezTo>
                        <a:pt x="2136" y="0"/>
                        <a:pt x="2136" y="0"/>
                        <a:pt x="2136" y="0"/>
                      </a:cubicBezTo>
                    </a:path>
                  </a:pathLst>
                </a:cu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2" name="Freeform 13"/>
                <p:cNvSpPr>
                  <a:spLocks noEditPoints="1"/>
                </p:cNvSpPr>
                <p:nvPr/>
              </p:nvSpPr>
              <p:spPr bwMode="auto">
                <a:xfrm>
                  <a:off x="4562475" y="17256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14"/>
                <p:cNvSpPr>
                  <a:spLocks/>
                </p:cNvSpPr>
                <p:nvPr/>
              </p:nvSpPr>
              <p:spPr bwMode="auto">
                <a:xfrm>
                  <a:off x="4562475" y="2563813"/>
                  <a:ext cx="1587" cy="3175"/>
                </a:xfrm>
                <a:custGeom>
                  <a:avLst/>
                  <a:gdLst>
                    <a:gd name="T0" fmla="*/ 1 w 1"/>
                    <a:gd name="T1" fmla="*/ 0 h 1"/>
                    <a:gd name="T2" fmla="*/ 0 w 1"/>
                    <a:gd name="T3" fmla="*/ 1 h 1"/>
                    <a:gd name="T4" fmla="*/ 1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1"/>
                        <a:pt x="1" y="1"/>
                        <a:pt x="0" y="1"/>
                      </a:cubicBezTo>
                      <a:cubicBezTo>
                        <a:pt x="1" y="1"/>
                        <a:pt x="1" y="1"/>
                        <a:pt x="1" y="0"/>
                      </a:cubicBezTo>
                      <a:cubicBezTo>
                        <a:pt x="1" y="0"/>
                        <a:pt x="1" y="0"/>
                        <a:pt x="1"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15"/>
                <p:cNvSpPr>
                  <a:spLocks/>
                </p:cNvSpPr>
                <p:nvPr/>
              </p:nvSpPr>
              <p:spPr bwMode="auto">
                <a:xfrm>
                  <a:off x="4568825" y="2544763"/>
                  <a:ext cx="39687" cy="15875"/>
                </a:xfrm>
                <a:custGeom>
                  <a:avLst/>
                  <a:gdLst>
                    <a:gd name="T0" fmla="*/ 16 w 16"/>
                    <a:gd name="T1" fmla="*/ 0 h 7"/>
                    <a:gd name="T2" fmla="*/ 0 w 16"/>
                    <a:gd name="T3" fmla="*/ 7 h 7"/>
                    <a:gd name="T4" fmla="*/ 0 w 16"/>
                    <a:gd name="T5" fmla="*/ 7 h 7"/>
                    <a:gd name="T6" fmla="*/ 16 w 16"/>
                    <a:gd name="T7" fmla="*/ 0 h 7"/>
                    <a:gd name="T8" fmla="*/ 16 w 16"/>
                    <a:gd name="T9" fmla="*/ 0 h 7"/>
                  </a:gdLst>
                  <a:ahLst/>
                  <a:cxnLst>
                    <a:cxn ang="0">
                      <a:pos x="T0" y="T1"/>
                    </a:cxn>
                    <a:cxn ang="0">
                      <a:pos x="T2" y="T3"/>
                    </a:cxn>
                    <a:cxn ang="0">
                      <a:pos x="T4" y="T5"/>
                    </a:cxn>
                    <a:cxn ang="0">
                      <a:pos x="T6" y="T7"/>
                    </a:cxn>
                    <a:cxn ang="0">
                      <a:pos x="T8" y="T9"/>
                    </a:cxn>
                  </a:cxnLst>
                  <a:rect l="0" t="0" r="r" b="b"/>
                  <a:pathLst>
                    <a:path w="16" h="7">
                      <a:moveTo>
                        <a:pt x="16" y="0"/>
                      </a:moveTo>
                      <a:cubicBezTo>
                        <a:pt x="9" y="4"/>
                        <a:pt x="3" y="6"/>
                        <a:pt x="0" y="7"/>
                      </a:cubicBezTo>
                      <a:cubicBezTo>
                        <a:pt x="0" y="7"/>
                        <a:pt x="0" y="7"/>
                        <a:pt x="0" y="7"/>
                      </a:cubicBezTo>
                      <a:cubicBezTo>
                        <a:pt x="3" y="6"/>
                        <a:pt x="9" y="4"/>
                        <a:pt x="16" y="0"/>
                      </a:cubicBezTo>
                      <a:cubicBezTo>
                        <a:pt x="16" y="0"/>
                        <a:pt x="16" y="0"/>
                        <a:pt x="16"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16"/>
                <p:cNvSpPr>
                  <a:spLocks/>
                </p:cNvSpPr>
                <p:nvPr/>
              </p:nvSpPr>
              <p:spPr bwMode="auto">
                <a:xfrm>
                  <a:off x="4564063" y="2560638"/>
                  <a:ext cx="4762" cy="3175"/>
                </a:xfrm>
                <a:custGeom>
                  <a:avLst/>
                  <a:gdLst>
                    <a:gd name="T0" fmla="*/ 2 w 2"/>
                    <a:gd name="T1" fmla="*/ 0 h 1"/>
                    <a:gd name="T2" fmla="*/ 0 w 2"/>
                    <a:gd name="T3" fmla="*/ 1 h 1"/>
                    <a:gd name="T4" fmla="*/ 0 w 2"/>
                    <a:gd name="T5" fmla="*/ 1 h 1"/>
                    <a:gd name="T6" fmla="*/ 2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1" y="1"/>
                        <a:pt x="1" y="1"/>
                        <a:pt x="0" y="1"/>
                      </a:cubicBezTo>
                      <a:cubicBezTo>
                        <a:pt x="0" y="1"/>
                        <a:pt x="0" y="1"/>
                        <a:pt x="0" y="1"/>
                      </a:cubicBezTo>
                      <a:cubicBezTo>
                        <a:pt x="1" y="1"/>
                        <a:pt x="1" y="1"/>
                        <a:pt x="2" y="0"/>
                      </a:cubicBezTo>
                      <a:cubicBezTo>
                        <a:pt x="2" y="0"/>
                        <a:pt x="2" y="0"/>
                        <a:pt x="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17"/>
                <p:cNvSpPr>
                  <a:spLocks/>
                </p:cNvSpPr>
                <p:nvPr/>
              </p:nvSpPr>
              <p:spPr bwMode="auto">
                <a:xfrm>
                  <a:off x="4562475" y="1704975"/>
                  <a:ext cx="46037" cy="862012"/>
                </a:xfrm>
                <a:custGeom>
                  <a:avLst/>
                  <a:gdLst>
                    <a:gd name="T0" fmla="*/ 19 w 19"/>
                    <a:gd name="T1" fmla="*/ 0 h 351"/>
                    <a:gd name="T2" fmla="*/ 0 w 19"/>
                    <a:gd name="T3" fmla="*/ 8 h 351"/>
                    <a:gd name="T4" fmla="*/ 0 w 19"/>
                    <a:gd name="T5" fmla="*/ 8 h 351"/>
                    <a:gd name="T6" fmla="*/ 0 w 19"/>
                    <a:gd name="T7" fmla="*/ 8 h 351"/>
                    <a:gd name="T8" fmla="*/ 0 w 19"/>
                    <a:gd name="T9" fmla="*/ 8 h 351"/>
                    <a:gd name="T10" fmla="*/ 0 w 19"/>
                    <a:gd name="T11" fmla="*/ 8 h 351"/>
                    <a:gd name="T12" fmla="*/ 0 w 19"/>
                    <a:gd name="T13" fmla="*/ 8 h 351"/>
                    <a:gd name="T14" fmla="*/ 0 w 19"/>
                    <a:gd name="T15" fmla="*/ 8 h 351"/>
                    <a:gd name="T16" fmla="*/ 0 w 19"/>
                    <a:gd name="T17" fmla="*/ 8 h 351"/>
                    <a:gd name="T18" fmla="*/ 0 w 19"/>
                    <a:gd name="T19" fmla="*/ 8 h 351"/>
                    <a:gd name="T20" fmla="*/ 0 w 19"/>
                    <a:gd name="T21" fmla="*/ 8 h 351"/>
                    <a:gd name="T22" fmla="*/ 0 w 19"/>
                    <a:gd name="T23" fmla="*/ 351 h 351"/>
                    <a:gd name="T24" fmla="*/ 0 w 19"/>
                    <a:gd name="T25" fmla="*/ 351 h 351"/>
                    <a:gd name="T26" fmla="*/ 0 w 19"/>
                    <a:gd name="T27" fmla="*/ 351 h 351"/>
                    <a:gd name="T28" fmla="*/ 0 w 19"/>
                    <a:gd name="T29" fmla="*/ 351 h 351"/>
                    <a:gd name="T30" fmla="*/ 1 w 19"/>
                    <a:gd name="T31" fmla="*/ 350 h 351"/>
                    <a:gd name="T32" fmla="*/ 3 w 19"/>
                    <a:gd name="T33" fmla="*/ 349 h 351"/>
                    <a:gd name="T34" fmla="*/ 19 w 19"/>
                    <a:gd name="T35" fmla="*/ 342 h 351"/>
                    <a:gd name="T36" fmla="*/ 19 w 19"/>
                    <a:gd name="T37" fmla="*/ 342 h 351"/>
                    <a:gd name="T38" fmla="*/ 19 w 19"/>
                    <a:gd name="T39" fmla="*/ 0 h 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 h="351">
                      <a:moveTo>
                        <a:pt x="19" y="0"/>
                      </a:moveTo>
                      <a:cubicBezTo>
                        <a:pt x="7" y="5"/>
                        <a:pt x="1"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351"/>
                        <a:pt x="0" y="351"/>
                        <a:pt x="0" y="351"/>
                      </a:cubicBezTo>
                      <a:cubicBezTo>
                        <a:pt x="0" y="351"/>
                        <a:pt x="0" y="351"/>
                        <a:pt x="0" y="351"/>
                      </a:cubicBezTo>
                      <a:cubicBezTo>
                        <a:pt x="0" y="351"/>
                        <a:pt x="0" y="351"/>
                        <a:pt x="0" y="351"/>
                      </a:cubicBezTo>
                      <a:cubicBezTo>
                        <a:pt x="0" y="351"/>
                        <a:pt x="0" y="351"/>
                        <a:pt x="0" y="351"/>
                      </a:cubicBezTo>
                      <a:cubicBezTo>
                        <a:pt x="1" y="351"/>
                        <a:pt x="1" y="351"/>
                        <a:pt x="1" y="350"/>
                      </a:cubicBezTo>
                      <a:cubicBezTo>
                        <a:pt x="2" y="350"/>
                        <a:pt x="2" y="350"/>
                        <a:pt x="3" y="349"/>
                      </a:cubicBezTo>
                      <a:cubicBezTo>
                        <a:pt x="6" y="348"/>
                        <a:pt x="12" y="346"/>
                        <a:pt x="19" y="342"/>
                      </a:cubicBezTo>
                      <a:cubicBezTo>
                        <a:pt x="19" y="342"/>
                        <a:pt x="19" y="342"/>
                        <a:pt x="19" y="342"/>
                      </a:cubicBezTo>
                      <a:cubicBezTo>
                        <a:pt x="19" y="0"/>
                        <a:pt x="19" y="0"/>
                        <a:pt x="19" y="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2" name="Inhaltsplatzhalter 4"/>
              <p:cNvSpPr txBox="1">
                <a:spLocks/>
              </p:cNvSpPr>
              <p:nvPr/>
            </p:nvSpPr>
            <p:spPr>
              <a:xfrm>
                <a:off x="589403" y="3190710"/>
                <a:ext cx="885242" cy="430887"/>
              </a:xfrm>
              <a:prstGeom prst="rect">
                <a:avLst/>
              </a:prstGeom>
            </p:spPr>
            <p:txBody>
              <a:bodyPr wrap="square" lIns="0" tIns="0" rIns="0" bIns="0" anchor="ctr">
                <a:spAutoFit/>
                <a:scene3d>
                  <a:camera prst="isometricOffAxis2Left"/>
                  <a:lightRig rig="threePt" dir="t"/>
                </a:scene3d>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800" b="1" dirty="0">
                    <a:latin typeface="+mj-lt"/>
                  </a:rPr>
                  <a:t>03</a:t>
                </a:r>
                <a:endParaRPr lang="en-US" sz="2000" dirty="0">
                  <a:latin typeface="+mn-lt"/>
                </a:endParaRPr>
              </a:p>
            </p:txBody>
          </p:sp>
        </p:grpSp>
        <p:sp>
          <p:nvSpPr>
            <p:cNvPr id="110" name="Inhaltsplatzhalter 4"/>
            <p:cNvSpPr txBox="1">
              <a:spLocks/>
            </p:cNvSpPr>
            <p:nvPr/>
          </p:nvSpPr>
          <p:spPr>
            <a:xfrm>
              <a:off x="3253052" y="2665802"/>
              <a:ext cx="3029724" cy="192820"/>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1200"/>
                </a:spcAft>
                <a:buNone/>
              </a:pPr>
              <a:r>
                <a:rPr lang="en-US" sz="1600" b="1" dirty="0">
                  <a:latin typeface="+mj-lt"/>
                </a:rPr>
                <a:t>KINH NGHIỆM TRIỂN KHAI</a:t>
              </a:r>
              <a:endParaRPr lang="en-US" sz="1200" dirty="0">
                <a:latin typeface="+mn-lt"/>
              </a:endParaRPr>
            </a:p>
          </p:txBody>
        </p:sp>
      </p:grpSp>
    </p:spTree>
    <p:extLst>
      <p:ext uri="{BB962C8B-B14F-4D97-AF65-F5344CB8AC3E}">
        <p14:creationId xmlns:p14="http://schemas.microsoft.com/office/powerpoint/2010/main" val="3657679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108"/>
                                        </p:tgtEl>
                                        <p:attrNameLst>
                                          <p:attrName>style.visibility</p:attrName>
                                        </p:attrNameLst>
                                      </p:cBhvr>
                                      <p:to>
                                        <p:strVal val="visible"/>
                                      </p:to>
                                    </p:set>
                                    <p:anim calcmode="lin" valueType="num">
                                      <p:cBhvr additive="base">
                                        <p:cTn id="22" dur="500" fill="hold"/>
                                        <p:tgtEl>
                                          <p:spTgt spid="108"/>
                                        </p:tgtEl>
                                        <p:attrNameLst>
                                          <p:attrName>ppt_x</p:attrName>
                                        </p:attrNameLst>
                                      </p:cBhvr>
                                      <p:tavLst>
                                        <p:tav tm="0">
                                          <p:val>
                                            <p:strVal val="#ppt_x"/>
                                          </p:val>
                                        </p:tav>
                                        <p:tav tm="100000">
                                          <p:val>
                                            <p:strVal val="#ppt_x"/>
                                          </p:val>
                                        </p:tav>
                                      </p:tavLst>
                                    </p:anim>
                                    <p:anim calcmode="lin" valueType="num">
                                      <p:cBhvr additive="base">
                                        <p:cTn id="23" dur="500" fill="hold"/>
                                        <p:tgtEl>
                                          <p:spTgt spid="1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a:spLocks noChangeArrowheads="1"/>
          </p:cNvSpPr>
          <p:nvPr/>
        </p:nvSpPr>
        <p:spPr bwMode="auto">
          <a:xfrm>
            <a:off x="6457951" y="304800"/>
            <a:ext cx="3401380" cy="369332"/>
          </a:xfrm>
          <a:prstGeom prst="rect">
            <a:avLst/>
          </a:prstGeom>
          <a:noFill/>
          <a:ln>
            <a:noFill/>
          </a:ln>
        </p:spPr>
        <p:txBody>
          <a:bodyPr wrap="none">
            <a:spAutoFit/>
          </a:bodyPr>
          <a:lstStyle/>
          <a:p>
            <a:pPr eaLnBrk="1" hangingPunct="1">
              <a:defRPr/>
            </a:pPr>
            <a:r>
              <a:rPr lang="en-US" b="1" dirty="0">
                <a:solidFill>
                  <a:schemeClr val="bg1"/>
                </a:solidFill>
                <a:latin typeface="+mj-lt"/>
              </a:rPr>
              <a:t>HIỆN TRẠNG VÀ NHU CẦU THỰC TẾ</a:t>
            </a:r>
          </a:p>
        </p:txBody>
      </p:sp>
      <p:sp>
        <p:nvSpPr>
          <p:cNvPr id="33" name="Rounded Rectangle 32"/>
          <p:cNvSpPr/>
          <p:nvPr/>
        </p:nvSpPr>
        <p:spPr>
          <a:xfrm>
            <a:off x="7985760" y="1228823"/>
            <a:ext cx="4099535" cy="1308637"/>
          </a:xfrm>
          <a:prstGeom prst="roundRect">
            <a:avLst/>
          </a:prstGeom>
          <a:solidFill>
            <a:srgbClr val="5359A6"/>
          </a:solidFill>
          <a:ln>
            <a:solidFill>
              <a:srgbClr val="73CA9B"/>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vi-VN" sz="2000">
                <a:solidFill>
                  <a:schemeClr val="bg1"/>
                </a:solidFill>
                <a:latin typeface="Times New Roman" pitchFamily="18" charset="0"/>
                <a:cs typeface="Times New Roman" pitchFamily="18" charset="0"/>
              </a:rPr>
              <a:t>Hỗ trợ việc thu phí của nhân viên nhanh chóng và hiệu quả hơn</a:t>
            </a:r>
            <a:endParaRPr lang="en-US" sz="2000" dirty="0">
              <a:solidFill>
                <a:schemeClr val="bg1"/>
              </a:solidFill>
              <a:latin typeface="Times New Roman" pitchFamily="18" charset="0"/>
              <a:cs typeface="Times New Roman" pitchFamily="18" charset="0"/>
            </a:endParaRPr>
          </a:p>
        </p:txBody>
      </p:sp>
      <p:sp>
        <p:nvSpPr>
          <p:cNvPr id="39" name="Rounded Rectangle 38"/>
          <p:cNvSpPr/>
          <p:nvPr/>
        </p:nvSpPr>
        <p:spPr>
          <a:xfrm>
            <a:off x="106705" y="1228823"/>
            <a:ext cx="3943350" cy="1308637"/>
          </a:xfrm>
          <a:prstGeom prst="roundRect">
            <a:avLst/>
          </a:prstGeom>
          <a:solidFill>
            <a:srgbClr val="73CA9B"/>
          </a:solidFill>
          <a:ln>
            <a:solidFill>
              <a:srgbClr val="73CA9B"/>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2000" dirty="0" err="1">
                <a:solidFill>
                  <a:schemeClr val="bg1"/>
                </a:solidFill>
                <a:latin typeface="Times New Roman" pitchFamily="18" charset="0"/>
                <a:cs typeface="Times New Roman" pitchFamily="18" charset="0"/>
              </a:rPr>
              <a:t>Quản</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lý</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dữ</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liệu</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khách</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hàng</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hộ</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dân</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doanh</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nghiệp</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thu</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phí</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và</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sử</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dụng</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phần</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mềm</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để</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thực</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hiện</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thu</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phí</a:t>
            </a:r>
            <a:r>
              <a:rPr lang="en-US" sz="2000" dirty="0">
                <a:solidFill>
                  <a:schemeClr val="bg1"/>
                </a:solidFill>
                <a:latin typeface="Times New Roman" pitchFamily="18" charset="0"/>
                <a:cs typeface="Times New Roman" pitchFamily="18" charset="0"/>
              </a:rPr>
              <a:t>. </a:t>
            </a:r>
          </a:p>
        </p:txBody>
      </p:sp>
      <p:sp>
        <p:nvSpPr>
          <p:cNvPr id="43" name="Rounded Rectangle 42"/>
          <p:cNvSpPr/>
          <p:nvPr/>
        </p:nvSpPr>
        <p:spPr>
          <a:xfrm>
            <a:off x="4095775" y="1233876"/>
            <a:ext cx="3859505" cy="1325518"/>
          </a:xfrm>
          <a:prstGeom prst="roundRect">
            <a:avLst/>
          </a:prstGeom>
          <a:solidFill>
            <a:srgbClr val="5C9EBC"/>
          </a:solidFill>
          <a:ln>
            <a:solidFill>
              <a:srgbClr val="73CA9B"/>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r>
              <a:rPr lang="en-US" sz="2000" dirty="0" err="1">
                <a:latin typeface="Times New Roman" panose="02020603050405020304" pitchFamily="18" charset="0"/>
                <a:cs typeface="Times New Roman" panose="02020603050405020304" pitchFamily="18" charset="0"/>
              </a:rPr>
              <a:t>Hỗ</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trợ</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việc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quản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lý</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khách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hàng</a:t>
            </a:r>
            <a:r>
              <a:rPr lang="en-US" sz="2000" dirty="0">
                <a:latin typeface="Times New Roman" panose="02020603050405020304" pitchFamily="18" charset="0"/>
                <a:cs typeface="Times New Roman" panose="02020603050405020304" pitchFamily="18" charset="0"/>
              </a:rPr>
              <a:t> chi </a:t>
            </a:r>
            <a:r>
              <a:rPr lang="en-US" sz="2000" dirty="0" err="1">
                <a:latin typeface="Times New Roman" panose="02020603050405020304" pitchFamily="18" charset="0"/>
                <a:cs typeface="Times New Roman" panose="02020603050405020304" pitchFamily="18" charset="0"/>
              </a:rPr>
              <a:t>tiết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rõ</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ràng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chính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xác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về</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dữ</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liệu</a:t>
            </a:r>
            <a:endParaRPr lang="en-US" sz="2000" dirty="0">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C455E54C-3E8F-459C-9182-D616644E4BCF}"/>
              </a:ext>
            </a:extLst>
          </p:cNvPr>
          <p:cNvSpPr>
            <a:spLocks noGrp="1"/>
          </p:cNvSpPr>
          <p:nvPr>
            <p:ph type="title"/>
          </p:nvPr>
        </p:nvSpPr>
        <p:spPr>
          <a:xfrm>
            <a:off x="578223" y="279867"/>
            <a:ext cx="11066930" cy="605631"/>
          </a:xfrm>
        </p:spPr>
        <p:txBody>
          <a:bodyPr/>
          <a:lstStyle/>
          <a:p>
            <a:r>
              <a:rPr lang="en-US">
                <a:latin typeface="Times New Roman" panose="02020603050405020304" pitchFamily="18" charset="0"/>
                <a:cs typeface="Times New Roman" panose="02020603050405020304" pitchFamily="18" charset="0"/>
              </a:rPr>
              <a:t>TỔNG QUAN CH</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ƠNG TRÌNH</a:t>
            </a:r>
            <a:endParaRPr lang="en-US" dirty="0">
              <a:latin typeface="Times New Roman" panose="02020603050405020304" pitchFamily="18" charset="0"/>
              <a:cs typeface="Times New Roman" pitchFamily="18" charset="0"/>
            </a:endParaRPr>
          </a:p>
        </p:txBody>
      </p:sp>
      <p:pic>
        <p:nvPicPr>
          <p:cNvPr id="3" name="Picture 2">
            <a:extLst>
              <a:ext uri="{FF2B5EF4-FFF2-40B4-BE49-F238E27FC236}">
                <a16:creationId xmlns:a16="http://schemas.microsoft.com/office/drawing/2014/main" id="{A31CC354-2F6C-4D1C-A86A-6ACAC1206158}"/>
              </a:ext>
            </a:extLst>
          </p:cNvPr>
          <p:cNvPicPr>
            <a:picLocks noChangeAspect="1"/>
          </p:cNvPicPr>
          <p:nvPr/>
        </p:nvPicPr>
        <p:blipFill>
          <a:blip r:embed="rId3"/>
          <a:stretch>
            <a:fillRect/>
          </a:stretch>
        </p:blipFill>
        <p:spPr>
          <a:xfrm>
            <a:off x="1341712" y="2843172"/>
            <a:ext cx="9276190" cy="2780952"/>
          </a:xfrm>
          <a:prstGeom prst="rect">
            <a:avLst/>
          </a:prstGeom>
        </p:spPr>
      </p:pic>
    </p:spTree>
    <p:extLst>
      <p:ext uri="{BB962C8B-B14F-4D97-AF65-F5344CB8AC3E}">
        <p14:creationId xmlns:p14="http://schemas.microsoft.com/office/powerpoint/2010/main" val="1577632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a:spLocks noChangeArrowheads="1"/>
          </p:cNvSpPr>
          <p:nvPr/>
        </p:nvSpPr>
        <p:spPr bwMode="auto">
          <a:xfrm>
            <a:off x="6457951" y="304800"/>
            <a:ext cx="3401380" cy="369332"/>
          </a:xfrm>
          <a:prstGeom prst="rect">
            <a:avLst/>
          </a:prstGeom>
          <a:noFill/>
          <a:ln>
            <a:noFill/>
          </a:ln>
        </p:spPr>
        <p:txBody>
          <a:bodyPr wrap="none">
            <a:spAutoFit/>
          </a:bodyPr>
          <a:lstStyle/>
          <a:p>
            <a:pPr eaLnBrk="1" hangingPunct="1">
              <a:defRPr/>
            </a:pPr>
            <a:r>
              <a:rPr lang="en-US" b="1" dirty="0">
                <a:solidFill>
                  <a:schemeClr val="bg1"/>
                </a:solidFill>
                <a:latin typeface="+mj-lt"/>
              </a:rPr>
              <a:t>HIỆN TRẠNG VÀ NHU CẦU THỰC TẾ</a:t>
            </a:r>
          </a:p>
        </p:txBody>
      </p:sp>
      <p:sp>
        <p:nvSpPr>
          <p:cNvPr id="39" name="Rounded Rectangle 38"/>
          <p:cNvSpPr/>
          <p:nvPr/>
        </p:nvSpPr>
        <p:spPr>
          <a:xfrm>
            <a:off x="106705" y="1171673"/>
            <a:ext cx="11951945" cy="605631"/>
          </a:xfrm>
          <a:prstGeom prst="roundRect">
            <a:avLst/>
          </a:prstGeom>
          <a:solidFill>
            <a:srgbClr val="73CA9B"/>
          </a:solidFill>
          <a:ln>
            <a:solidFill>
              <a:srgbClr val="73CA9B"/>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2000" dirty="0" err="1">
                <a:solidFill>
                  <a:schemeClr val="bg1"/>
                </a:solidFill>
                <a:latin typeface="Times New Roman" pitchFamily="18" charset="0"/>
                <a:cs typeface="Times New Roman" pitchFamily="18" charset="0"/>
              </a:rPr>
              <a:t>Hỗ</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trợ</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việc</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xuất</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báo</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cáo</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thống</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kê</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chính</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xác</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theo</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dữ</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liệu</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thu</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thực</a:t>
            </a:r>
            <a:r>
              <a:rPr lang="en-US" sz="2000" dirty="0">
                <a:solidFill>
                  <a:schemeClr val="bg1"/>
                </a:solidFill>
                <a:latin typeface="Times New Roman" pitchFamily="18" charset="0"/>
                <a:cs typeface="Times New Roman" pitchFamily="18" charset="0"/>
              </a:rPr>
              <a:t> </a:t>
            </a:r>
            <a:r>
              <a:rPr lang="en-US" sz="2000" dirty="0" err="1">
                <a:solidFill>
                  <a:schemeClr val="bg1"/>
                </a:solidFill>
                <a:latin typeface="Times New Roman" pitchFamily="18" charset="0"/>
                <a:cs typeface="Times New Roman" pitchFamily="18" charset="0"/>
              </a:rPr>
              <a:t>tế</a:t>
            </a:r>
            <a:endParaRPr lang="en-US" sz="2000" dirty="0">
              <a:solidFill>
                <a:schemeClr val="bg1"/>
              </a:solidFill>
              <a:latin typeface="Times New Roman" pitchFamily="18" charset="0"/>
              <a:cs typeface="Times New Roman" pitchFamily="18" charset="0"/>
            </a:endParaRPr>
          </a:p>
        </p:txBody>
      </p:sp>
      <p:sp>
        <p:nvSpPr>
          <p:cNvPr id="9" name="Title 1">
            <a:extLst>
              <a:ext uri="{FF2B5EF4-FFF2-40B4-BE49-F238E27FC236}">
                <a16:creationId xmlns:a16="http://schemas.microsoft.com/office/drawing/2014/main" id="{C455E54C-3E8F-459C-9182-D616644E4BCF}"/>
              </a:ext>
            </a:extLst>
          </p:cNvPr>
          <p:cNvSpPr>
            <a:spLocks noGrp="1"/>
          </p:cNvSpPr>
          <p:nvPr>
            <p:ph type="title"/>
          </p:nvPr>
        </p:nvSpPr>
        <p:spPr>
          <a:xfrm>
            <a:off x="578223" y="279867"/>
            <a:ext cx="11066930" cy="605631"/>
          </a:xfrm>
        </p:spPr>
        <p:txBody>
          <a:bodyPr/>
          <a:lstStyle/>
          <a:p>
            <a:r>
              <a:rPr lang="en-US">
                <a:latin typeface="Times New Roman" panose="02020603050405020304" pitchFamily="18" charset="0"/>
                <a:cs typeface="Times New Roman" panose="02020603050405020304" pitchFamily="18" charset="0"/>
              </a:rPr>
              <a:t>TỔNG QUAN CH</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ƠNG TRÌNH</a:t>
            </a:r>
            <a:endParaRPr lang="en-US" dirty="0">
              <a:latin typeface="Times New Roman" panose="02020603050405020304" pitchFamily="18" charset="0"/>
              <a:cs typeface="Times New Roman" pitchFamily="18" charset="0"/>
            </a:endParaRPr>
          </a:p>
        </p:txBody>
      </p:sp>
      <p:sp>
        <p:nvSpPr>
          <p:cNvPr id="10" name="Rounded Rectangle 50">
            <a:extLst>
              <a:ext uri="{FF2B5EF4-FFF2-40B4-BE49-F238E27FC236}">
                <a16:creationId xmlns:a16="http://schemas.microsoft.com/office/drawing/2014/main" id="{62FE2A4D-2A2B-4331-95FB-C06EA7F571E8}"/>
              </a:ext>
            </a:extLst>
          </p:cNvPr>
          <p:cNvSpPr/>
          <p:nvPr/>
        </p:nvSpPr>
        <p:spPr>
          <a:xfrm>
            <a:off x="117288" y="1951366"/>
            <a:ext cx="11941362" cy="609600"/>
          </a:xfrm>
          <a:prstGeom prst="roundRect">
            <a:avLst/>
          </a:prstGeom>
          <a:solidFill>
            <a:srgbClr val="5359A6"/>
          </a:solidFill>
          <a:ln>
            <a:solidFill>
              <a:srgbClr val="73CA9B"/>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609585">
              <a:defRPr/>
            </a:pPr>
            <a:r>
              <a:rPr lang="en-US" sz="2000">
                <a:solidFill>
                  <a:schemeClr val="bg1"/>
                </a:solidFill>
                <a:latin typeface="Times New Roman" panose="02020603050405020304" pitchFamily="18" charset="0"/>
                <a:ea typeface="Arial Regular" charset="0"/>
                <a:cs typeface="Times New Roman" panose="02020603050405020304" pitchFamily="18" charset="0"/>
              </a:rPr>
              <a:t>Hỗ trợ tích hợp xuất hóa đ</a:t>
            </a:r>
            <a:r>
              <a:rPr lang="vi-VN" sz="2000">
                <a:solidFill>
                  <a:schemeClr val="bg1"/>
                </a:solidFill>
                <a:latin typeface="Times New Roman" panose="02020603050405020304" pitchFamily="18" charset="0"/>
                <a:ea typeface="Arial Regular" charset="0"/>
                <a:cs typeface="Times New Roman" panose="02020603050405020304" pitchFamily="18" charset="0"/>
              </a:rPr>
              <a:t>ơ</a:t>
            </a:r>
            <a:r>
              <a:rPr lang="en-US" sz="2000">
                <a:solidFill>
                  <a:schemeClr val="bg1"/>
                </a:solidFill>
                <a:latin typeface="Times New Roman" panose="02020603050405020304" pitchFamily="18" charset="0"/>
                <a:ea typeface="Arial Regular" charset="0"/>
                <a:cs typeface="Times New Roman" panose="02020603050405020304" pitchFamily="18" charset="0"/>
              </a:rPr>
              <a:t>n điện tử cho khách hàng</a:t>
            </a:r>
            <a:endParaRPr lang="vi-VN" sz="2000" dirty="0">
              <a:solidFill>
                <a:schemeClr val="bg1"/>
              </a:solidFill>
              <a:latin typeface="Times New Roman" panose="02020603050405020304" pitchFamily="18" charset="0"/>
              <a:ea typeface="Arial Regular" charset="0"/>
              <a:cs typeface="Times New Roman" panose="02020603050405020304" pitchFamily="18" charset="0"/>
            </a:endParaRPr>
          </a:p>
        </p:txBody>
      </p:sp>
      <p:pic>
        <p:nvPicPr>
          <p:cNvPr id="2" name="Picture 1">
            <a:extLst>
              <a:ext uri="{FF2B5EF4-FFF2-40B4-BE49-F238E27FC236}">
                <a16:creationId xmlns:a16="http://schemas.microsoft.com/office/drawing/2014/main" id="{5EBBDBD2-78CA-48A0-BB01-A49CD60E023F}"/>
              </a:ext>
            </a:extLst>
          </p:cNvPr>
          <p:cNvPicPr>
            <a:picLocks noChangeAspect="1"/>
          </p:cNvPicPr>
          <p:nvPr/>
        </p:nvPicPr>
        <p:blipFill rotWithShape="1">
          <a:blip r:embed="rId3"/>
          <a:srcRect b="6757"/>
          <a:stretch/>
        </p:blipFill>
        <p:spPr>
          <a:xfrm>
            <a:off x="1276931" y="2846717"/>
            <a:ext cx="8461429" cy="3051163"/>
          </a:xfrm>
          <a:prstGeom prst="rect">
            <a:avLst/>
          </a:prstGeom>
        </p:spPr>
      </p:pic>
    </p:spTree>
    <p:extLst>
      <p:ext uri="{BB962C8B-B14F-4D97-AF65-F5344CB8AC3E}">
        <p14:creationId xmlns:p14="http://schemas.microsoft.com/office/powerpoint/2010/main" val="1109624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p:cNvSpPr>
            <a:spLocks noChangeArrowheads="1"/>
          </p:cNvSpPr>
          <p:nvPr/>
        </p:nvSpPr>
        <p:spPr bwMode="auto">
          <a:xfrm>
            <a:off x="5909733" y="304800"/>
            <a:ext cx="39571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en-US" b="1">
                <a:solidFill>
                  <a:srgbClr val="FFFFFF"/>
                </a:solidFill>
              </a:rPr>
              <a:t>CHÍNH PHỦ KHÔNG GIẤY TỜ- eCABINET</a:t>
            </a:r>
          </a:p>
        </p:txBody>
      </p:sp>
      <p:sp>
        <p:nvSpPr>
          <p:cNvPr id="56" name="Title 1">
            <a:extLst>
              <a:ext uri="{FF2B5EF4-FFF2-40B4-BE49-F238E27FC236}">
                <a16:creationId xmlns:a16="http://schemas.microsoft.com/office/drawing/2014/main" id="{C455E54C-3E8F-459C-9182-D616644E4BCF}"/>
              </a:ext>
            </a:extLst>
          </p:cNvPr>
          <p:cNvSpPr>
            <a:spLocks noGrp="1"/>
          </p:cNvSpPr>
          <p:nvPr>
            <p:ph type="title"/>
          </p:nvPr>
        </p:nvSpPr>
        <p:spPr>
          <a:xfrm>
            <a:off x="578223" y="279867"/>
            <a:ext cx="11066930" cy="605631"/>
          </a:xfrm>
        </p:spPr>
        <p:txBody>
          <a:bodyPr/>
          <a:lstStyle/>
          <a:p>
            <a:r>
              <a:rPr lang="en-US">
                <a:latin typeface="Times New Roman" panose="02020603050405020304" pitchFamily="18" charset="0"/>
                <a:cs typeface="Times New Roman" panose="02020603050405020304" pitchFamily="18" charset="0"/>
              </a:rPr>
              <a:t>CÁC VAI TRÒ TRONG GIẢI PHÁP</a:t>
            </a:r>
            <a:endParaRPr lang="en-US" dirty="0">
              <a:latin typeface="Times New Roman" pitchFamily="18" charset="0"/>
              <a:cs typeface="Times New Roman" pitchFamily="18" charset="0"/>
            </a:endParaRPr>
          </a:p>
        </p:txBody>
      </p:sp>
      <p:pic>
        <p:nvPicPr>
          <p:cNvPr id="4" name="Picture 3" descr="Hình ảnh được tạo">
            <a:extLst>
              <a:ext uri="{FF2B5EF4-FFF2-40B4-BE49-F238E27FC236}">
                <a16:creationId xmlns:a16="http://schemas.microsoft.com/office/drawing/2014/main" id="{C7C55A35-CFC4-EA49-6D3F-AB796AB5B61A}"/>
              </a:ext>
            </a:extLst>
          </p:cNvPr>
          <p:cNvPicPr>
            <a:picLocks noChangeAspect="1"/>
          </p:cNvPicPr>
          <p:nvPr/>
        </p:nvPicPr>
        <p:blipFill>
          <a:blip r:embed="rId3"/>
          <a:stretch>
            <a:fillRect/>
          </a:stretch>
        </p:blipFill>
        <p:spPr>
          <a:xfrm>
            <a:off x="2917851" y="1529814"/>
            <a:ext cx="1718953" cy="1718953"/>
          </a:xfrm>
          <a:prstGeom prst="rect">
            <a:avLst/>
          </a:prstGeom>
        </p:spPr>
      </p:pic>
      <p:sp>
        <p:nvSpPr>
          <p:cNvPr id="6" name="TextBox 5">
            <a:extLst>
              <a:ext uri="{FF2B5EF4-FFF2-40B4-BE49-F238E27FC236}">
                <a16:creationId xmlns:a16="http://schemas.microsoft.com/office/drawing/2014/main" id="{93FD5411-39A9-F4BB-4601-8D985926606D}"/>
              </a:ext>
            </a:extLst>
          </p:cNvPr>
          <p:cNvSpPr txBox="1"/>
          <p:nvPr/>
        </p:nvSpPr>
        <p:spPr>
          <a:xfrm>
            <a:off x="2692030" y="3381168"/>
            <a:ext cx="2205860" cy="369332"/>
          </a:xfrm>
          <a:prstGeom prst="rect">
            <a:avLst/>
          </a:prstGeom>
          <a:noFill/>
        </p:spPr>
        <p:txBody>
          <a:bodyPr wrap="none" rtlCol="0">
            <a:spAutoFit/>
          </a:bodyPr>
          <a:lstStyle/>
          <a:p>
            <a:r>
              <a:rPr lang="en-US" b="1">
                <a:solidFill>
                  <a:srgbClr val="C00000"/>
                </a:solidFill>
              </a:rPr>
              <a:t>Nhân viên văn phòng</a:t>
            </a:r>
          </a:p>
        </p:txBody>
      </p:sp>
      <p:sp>
        <p:nvSpPr>
          <p:cNvPr id="8" name="TextBox 7">
            <a:extLst>
              <a:ext uri="{FF2B5EF4-FFF2-40B4-BE49-F238E27FC236}">
                <a16:creationId xmlns:a16="http://schemas.microsoft.com/office/drawing/2014/main" id="{E05B09DC-CC00-2FE7-98A8-F549256FA152}"/>
              </a:ext>
            </a:extLst>
          </p:cNvPr>
          <p:cNvSpPr txBox="1"/>
          <p:nvPr/>
        </p:nvSpPr>
        <p:spPr>
          <a:xfrm>
            <a:off x="1801381" y="3882901"/>
            <a:ext cx="4179157" cy="1200329"/>
          </a:xfrm>
          <a:prstGeom prst="rect">
            <a:avLst/>
          </a:prstGeom>
          <a:noFill/>
        </p:spPr>
        <p:txBody>
          <a:bodyPr wrap="none" rtlCol="0">
            <a:spAutoFit/>
          </a:bodyPr>
          <a:lstStyle/>
          <a:p>
            <a:pPr algn="just"/>
            <a:r>
              <a:rPr lang="en-US"/>
              <a:t>Thực hiện khai báo thông tin khách hàng,</a:t>
            </a:r>
          </a:p>
          <a:p>
            <a:pPr algn="just"/>
            <a:r>
              <a:rPr lang="en-US"/>
              <a:t>Tạo phiếu thu và phân tuyến thu cho Nhân</a:t>
            </a:r>
          </a:p>
          <a:p>
            <a:pPr algn="just"/>
            <a:r>
              <a:rPr lang="en-US"/>
              <a:t>Viên thu phí.</a:t>
            </a:r>
            <a:br>
              <a:rPr lang="en-US"/>
            </a:br>
            <a:r>
              <a:rPr lang="en-US" b="1"/>
              <a:t>Thực hiện trên website thu phí</a:t>
            </a:r>
          </a:p>
        </p:txBody>
      </p:sp>
      <p:pic>
        <p:nvPicPr>
          <p:cNvPr id="10" name="Picture 9">
            <a:extLst>
              <a:ext uri="{FF2B5EF4-FFF2-40B4-BE49-F238E27FC236}">
                <a16:creationId xmlns:a16="http://schemas.microsoft.com/office/drawing/2014/main" id="{113A3A30-67CE-F84C-BEBA-9A5760FE514F}"/>
              </a:ext>
            </a:extLst>
          </p:cNvPr>
          <p:cNvPicPr>
            <a:picLocks noChangeAspect="1"/>
          </p:cNvPicPr>
          <p:nvPr/>
        </p:nvPicPr>
        <p:blipFill>
          <a:blip r:embed="rId4"/>
          <a:stretch>
            <a:fillRect/>
          </a:stretch>
        </p:blipFill>
        <p:spPr>
          <a:xfrm>
            <a:off x="7509658" y="1529814"/>
            <a:ext cx="1447800" cy="1724025"/>
          </a:xfrm>
          <a:prstGeom prst="rect">
            <a:avLst/>
          </a:prstGeom>
        </p:spPr>
      </p:pic>
      <p:sp>
        <p:nvSpPr>
          <p:cNvPr id="11" name="TextBox 10">
            <a:extLst>
              <a:ext uri="{FF2B5EF4-FFF2-40B4-BE49-F238E27FC236}">
                <a16:creationId xmlns:a16="http://schemas.microsoft.com/office/drawing/2014/main" id="{80B440C3-86F8-C229-3B7D-82F2310756E8}"/>
              </a:ext>
            </a:extLst>
          </p:cNvPr>
          <p:cNvSpPr txBox="1"/>
          <p:nvPr/>
        </p:nvSpPr>
        <p:spPr>
          <a:xfrm>
            <a:off x="7132891" y="3377334"/>
            <a:ext cx="1890261" cy="369332"/>
          </a:xfrm>
          <a:prstGeom prst="rect">
            <a:avLst/>
          </a:prstGeom>
          <a:noFill/>
        </p:spPr>
        <p:txBody>
          <a:bodyPr wrap="none" rtlCol="0">
            <a:spAutoFit/>
          </a:bodyPr>
          <a:lstStyle/>
          <a:p>
            <a:r>
              <a:rPr lang="en-US" b="1">
                <a:solidFill>
                  <a:srgbClr val="C00000"/>
                </a:solidFill>
              </a:rPr>
              <a:t>Nhân viên thu phí</a:t>
            </a:r>
          </a:p>
        </p:txBody>
      </p:sp>
      <p:sp>
        <p:nvSpPr>
          <p:cNvPr id="12" name="TextBox 11">
            <a:extLst>
              <a:ext uri="{FF2B5EF4-FFF2-40B4-BE49-F238E27FC236}">
                <a16:creationId xmlns:a16="http://schemas.microsoft.com/office/drawing/2014/main" id="{D7F1F01E-3C8C-91B4-A420-6F5B67ADF9CA}"/>
              </a:ext>
            </a:extLst>
          </p:cNvPr>
          <p:cNvSpPr txBox="1"/>
          <p:nvPr/>
        </p:nvSpPr>
        <p:spPr>
          <a:xfrm>
            <a:off x="6301376" y="3870161"/>
            <a:ext cx="4712829" cy="646331"/>
          </a:xfrm>
          <a:prstGeom prst="rect">
            <a:avLst/>
          </a:prstGeom>
          <a:noFill/>
        </p:spPr>
        <p:txBody>
          <a:bodyPr wrap="none" rtlCol="0">
            <a:spAutoFit/>
          </a:bodyPr>
          <a:lstStyle/>
          <a:p>
            <a:pPr algn="just"/>
            <a:r>
              <a:rPr lang="en-US"/>
              <a:t>Thực hiện thu phí của các hộ dân, Doanh nghiệp</a:t>
            </a:r>
            <a:br>
              <a:rPr lang="en-US"/>
            </a:br>
            <a:r>
              <a:rPr lang="en-US" b="1"/>
              <a:t>Thực hiện trên ứng dụng thu phí cầm tay</a:t>
            </a:r>
          </a:p>
        </p:txBody>
      </p:sp>
    </p:spTree>
    <p:extLst>
      <p:ext uri="{BB962C8B-B14F-4D97-AF65-F5344CB8AC3E}">
        <p14:creationId xmlns:p14="http://schemas.microsoft.com/office/powerpoint/2010/main" val="3697911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7A44B-AC06-7CD5-20B5-DB7161018242}"/>
              </a:ext>
            </a:extLst>
          </p:cNvPr>
          <p:cNvSpPr>
            <a:spLocks noGrp="1"/>
          </p:cNvSpPr>
          <p:nvPr>
            <p:ph type="title"/>
          </p:nvPr>
        </p:nvSpPr>
        <p:spPr>
          <a:xfrm>
            <a:off x="328841" y="2179919"/>
            <a:ext cx="11066930" cy="605631"/>
          </a:xfrm>
        </p:spPr>
        <p:txBody>
          <a:bodyPr/>
          <a:lstStyle/>
          <a:p>
            <a:r>
              <a:rPr lang="en-US"/>
              <a:t>Quy trình thu phí vệ sinh môi trường</a:t>
            </a:r>
          </a:p>
        </p:txBody>
      </p:sp>
      <p:pic>
        <p:nvPicPr>
          <p:cNvPr id="7" name="Picture 6">
            <a:extLst>
              <a:ext uri="{FF2B5EF4-FFF2-40B4-BE49-F238E27FC236}">
                <a16:creationId xmlns:a16="http://schemas.microsoft.com/office/drawing/2014/main" id="{59774ED2-A391-B9DE-A0E3-83D5B19BF3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9508" y="0"/>
            <a:ext cx="6752492" cy="6858000"/>
          </a:xfrm>
          <a:prstGeom prst="rect">
            <a:avLst/>
          </a:prstGeom>
        </p:spPr>
      </p:pic>
      <p:pic>
        <p:nvPicPr>
          <p:cNvPr id="9" name="Picture 8">
            <a:extLst>
              <a:ext uri="{FF2B5EF4-FFF2-40B4-BE49-F238E27FC236}">
                <a16:creationId xmlns:a16="http://schemas.microsoft.com/office/drawing/2014/main" id="{9C8B06A5-4FCF-32AC-1334-9FC14AB65BF4}"/>
              </a:ext>
            </a:extLst>
          </p:cNvPr>
          <p:cNvPicPr>
            <a:picLocks noChangeAspect="1"/>
          </p:cNvPicPr>
          <p:nvPr/>
        </p:nvPicPr>
        <p:blipFill>
          <a:blip r:embed="rId4"/>
          <a:stretch>
            <a:fillRect/>
          </a:stretch>
        </p:blipFill>
        <p:spPr>
          <a:xfrm>
            <a:off x="5783136" y="3152280"/>
            <a:ext cx="1710193" cy="276720"/>
          </a:xfrm>
          <a:prstGeom prst="rect">
            <a:avLst/>
          </a:prstGeom>
        </p:spPr>
      </p:pic>
      <p:pic>
        <p:nvPicPr>
          <p:cNvPr id="10" name="Picture 9">
            <a:extLst>
              <a:ext uri="{FF2B5EF4-FFF2-40B4-BE49-F238E27FC236}">
                <a16:creationId xmlns:a16="http://schemas.microsoft.com/office/drawing/2014/main" id="{FA74C2A2-5E85-63EE-F709-73B79176F20F}"/>
              </a:ext>
            </a:extLst>
          </p:cNvPr>
          <p:cNvPicPr>
            <a:picLocks noChangeAspect="1"/>
          </p:cNvPicPr>
          <p:nvPr/>
        </p:nvPicPr>
        <p:blipFill>
          <a:blip r:embed="rId4"/>
          <a:stretch>
            <a:fillRect/>
          </a:stretch>
        </p:blipFill>
        <p:spPr>
          <a:xfrm>
            <a:off x="7484812" y="4878655"/>
            <a:ext cx="1330942" cy="276720"/>
          </a:xfrm>
          <a:prstGeom prst="rect">
            <a:avLst/>
          </a:prstGeom>
        </p:spPr>
      </p:pic>
      <p:pic>
        <p:nvPicPr>
          <p:cNvPr id="11" name="Picture 10">
            <a:extLst>
              <a:ext uri="{FF2B5EF4-FFF2-40B4-BE49-F238E27FC236}">
                <a16:creationId xmlns:a16="http://schemas.microsoft.com/office/drawing/2014/main" id="{FB5D2AF7-9DC7-53D1-D939-695CAAF55EE0}"/>
              </a:ext>
            </a:extLst>
          </p:cNvPr>
          <p:cNvPicPr>
            <a:picLocks noChangeAspect="1"/>
          </p:cNvPicPr>
          <p:nvPr/>
        </p:nvPicPr>
        <p:blipFill>
          <a:blip r:embed="rId4"/>
          <a:stretch>
            <a:fillRect/>
          </a:stretch>
        </p:blipFill>
        <p:spPr>
          <a:xfrm>
            <a:off x="8979123" y="4838984"/>
            <a:ext cx="1330942" cy="276720"/>
          </a:xfrm>
          <a:prstGeom prst="rect">
            <a:avLst/>
          </a:prstGeom>
        </p:spPr>
      </p:pic>
      <p:pic>
        <p:nvPicPr>
          <p:cNvPr id="12" name="Picture 11">
            <a:extLst>
              <a:ext uri="{FF2B5EF4-FFF2-40B4-BE49-F238E27FC236}">
                <a16:creationId xmlns:a16="http://schemas.microsoft.com/office/drawing/2014/main" id="{82F3BF39-6530-4759-F2AF-1AF7B969A8FD}"/>
              </a:ext>
            </a:extLst>
          </p:cNvPr>
          <p:cNvPicPr>
            <a:picLocks noChangeAspect="1"/>
          </p:cNvPicPr>
          <p:nvPr/>
        </p:nvPicPr>
        <p:blipFill>
          <a:blip r:embed="rId4"/>
          <a:stretch>
            <a:fillRect/>
          </a:stretch>
        </p:blipFill>
        <p:spPr>
          <a:xfrm>
            <a:off x="6827858" y="6171086"/>
            <a:ext cx="656954" cy="384093"/>
          </a:xfrm>
          <a:prstGeom prst="rect">
            <a:avLst/>
          </a:prstGeom>
        </p:spPr>
      </p:pic>
    </p:spTree>
    <p:extLst>
      <p:ext uri="{BB962C8B-B14F-4D97-AF65-F5344CB8AC3E}">
        <p14:creationId xmlns:p14="http://schemas.microsoft.com/office/powerpoint/2010/main" val="1762846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p:cNvSpPr>
            <a:spLocks noChangeArrowheads="1"/>
          </p:cNvSpPr>
          <p:nvPr/>
        </p:nvSpPr>
        <p:spPr bwMode="auto">
          <a:xfrm>
            <a:off x="5909733" y="304800"/>
            <a:ext cx="39571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en-US" b="1">
                <a:solidFill>
                  <a:srgbClr val="FFFFFF"/>
                </a:solidFill>
              </a:rPr>
              <a:t>CHÍNH PHỦ KHÔNG GIẤY TỜ- eCABINET</a:t>
            </a:r>
          </a:p>
        </p:txBody>
      </p:sp>
      <p:grpSp>
        <p:nvGrpSpPr>
          <p:cNvPr id="9227" name="Group 16"/>
          <p:cNvGrpSpPr>
            <a:grpSpLocks/>
          </p:cNvGrpSpPr>
          <p:nvPr/>
        </p:nvGrpSpPr>
        <p:grpSpPr bwMode="auto">
          <a:xfrm>
            <a:off x="359649" y="1301980"/>
            <a:ext cx="11493764" cy="2127020"/>
            <a:chOff x="4756149" y="1364957"/>
            <a:chExt cx="3854451" cy="1210644"/>
          </a:xfrm>
        </p:grpSpPr>
        <p:sp>
          <p:nvSpPr>
            <p:cNvPr id="9235" name="AutoShape 3"/>
            <p:cNvSpPr>
              <a:spLocks noChangeArrowheads="1"/>
            </p:cNvSpPr>
            <p:nvPr/>
          </p:nvSpPr>
          <p:spPr bwMode="auto">
            <a:xfrm>
              <a:off x="4756149" y="1364957"/>
              <a:ext cx="3854451" cy="1034747"/>
            </a:xfrm>
            <a:prstGeom prst="roundRect">
              <a:avLst>
                <a:gd name="adj" fmla="val 9903"/>
              </a:avLst>
            </a:prstGeom>
            <a:gradFill rotWithShape="1">
              <a:gsLst>
                <a:gs pos="0">
                  <a:srgbClr val="EAEAEA"/>
                </a:gs>
                <a:gs pos="100000">
                  <a:srgbClr val="FFFFFF"/>
                </a:gs>
              </a:gsLst>
              <a:lin ang="5400000" scaled="1"/>
            </a:gradFill>
            <a:ln w="12700" algn="ctr">
              <a:solidFill>
                <a:srgbClr val="B2B2B2"/>
              </a:solidFill>
              <a:round/>
              <a:headEnd/>
              <a:tailEnd/>
            </a:ln>
          </p:spPr>
          <p:txBody>
            <a:bodyPr wrap="none" anchor="ctr"/>
            <a:lstStyle/>
            <a:p>
              <a:endParaRPr lang="en-US" altLang="en-US">
                <a:solidFill>
                  <a:srgbClr val="000000"/>
                </a:solidFill>
                <a:latin typeface="Times New Roman" pitchFamily="18" charset="0"/>
                <a:cs typeface="Times New Roman" pitchFamily="18" charset="0"/>
              </a:endParaRPr>
            </a:p>
          </p:txBody>
        </p:sp>
        <p:sp>
          <p:nvSpPr>
            <p:cNvPr id="9236" name="Text Box 29"/>
            <p:cNvSpPr txBox="1">
              <a:spLocks noChangeArrowheads="1"/>
            </p:cNvSpPr>
            <p:nvPr/>
          </p:nvSpPr>
          <p:spPr bwMode="gray">
            <a:xfrm>
              <a:off x="4798005" y="1456545"/>
              <a:ext cx="3770739" cy="1119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endParaRPr lang="en-US" altLang="en-US" sz="1400" dirty="0">
                <a:solidFill>
                  <a:srgbClr val="002060"/>
                </a:solidFill>
                <a:latin typeface="Times New Roman" panose="02020603050405020304" pitchFamily="18" charset="0"/>
                <a:cs typeface="Times New Roman" pitchFamily="18" charset="0"/>
              </a:endParaRPr>
            </a:p>
            <a:p>
              <a:r>
                <a:rPr lang="en-US" altLang="en-US" sz="1400" dirty="0">
                  <a:solidFill>
                    <a:srgbClr val="002060"/>
                  </a:solidFill>
                  <a:latin typeface="Times New Roman" panose="02020603050405020304" pitchFamily="18" charset="0"/>
                  <a:cs typeface="Times New Roman" pitchFamily="18" charset="0"/>
                </a:rPr>
                <a:t>+ </a:t>
              </a:r>
              <a:r>
                <a:rPr lang="vi-VN" sz="1400" dirty="0">
                  <a:latin typeface="Times New Roman" panose="02020603050405020304" pitchFamily="18" charset="0"/>
                  <a:cs typeface="Times New Roman" panose="02020603050405020304" pitchFamily="18" charset="0"/>
                </a:rPr>
                <a:t>Quản lý mức giá, biến động giá</a:t>
              </a:r>
              <a:endParaRPr lang="en-US" sz="1400" dirty="0">
                <a:latin typeface="Times New Roman" panose="02020603050405020304" pitchFamily="18" charset="0"/>
                <a:cs typeface="Times New Roman" panose="02020603050405020304" pitchFamily="18" charset="0"/>
              </a:endParaRPr>
            </a:p>
            <a:p>
              <a:r>
                <a:rPr lang="vi-VN" sz="1400" dirty="0">
                  <a:latin typeface="Times New Roman" panose="02020603050405020304" pitchFamily="18" charset="0"/>
                  <a:cs typeface="Times New Roman" panose="02020603050405020304" pitchFamily="18" charset="0"/>
                </a:rPr>
                <a:t>+ Quản lý thông tin tài khoản nhân viên thu phí</a:t>
              </a:r>
              <a:endParaRPr lang="en-US" sz="1400" dirty="0">
                <a:latin typeface="Times New Roman" panose="02020603050405020304" pitchFamily="18" charset="0"/>
                <a:cs typeface="Times New Roman" panose="02020603050405020304" pitchFamily="18" charset="0"/>
              </a:endParaRPr>
            </a:p>
            <a:p>
              <a:r>
                <a:rPr lang="vi-VN" sz="1400" dirty="0">
                  <a:latin typeface="Times New Roman" panose="02020603050405020304" pitchFamily="18" charset="0"/>
                  <a:cs typeface="Times New Roman" panose="02020603050405020304" pitchFamily="18" charset="0"/>
                </a:rPr>
                <a:t>+ Theo dõi, thiết lập và quản lý các chủ hộ, khu vực cho từng nhân viên thu phí</a:t>
              </a:r>
              <a:endParaRPr lang="en-US" sz="1400" dirty="0">
                <a:latin typeface="Times New Roman" panose="02020603050405020304" pitchFamily="18" charset="0"/>
                <a:cs typeface="Times New Roman" panose="02020603050405020304" pitchFamily="18" charset="0"/>
              </a:endParaRPr>
            </a:p>
            <a:p>
              <a:r>
                <a:rPr lang="vi-VN" sz="1400" dirty="0">
                  <a:latin typeface="Times New Roman" panose="02020603050405020304" pitchFamily="18" charset="0"/>
                  <a:cs typeface="Times New Roman" panose="02020603050405020304" pitchFamily="18" charset="0"/>
                </a:rPr>
                <a:t>+ Báo cáo, thông kê thông tin </a:t>
              </a:r>
              <a:r>
                <a:rPr lang="en-US" sz="1400" dirty="0" err="1">
                  <a:latin typeface="Times New Roman" panose="02020603050405020304" pitchFamily="18" charset="0"/>
                  <a:cs typeface="Times New Roman" panose="02020603050405020304" pitchFamily="18" charset="0"/>
                </a:rPr>
                <a:t>phiếu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thu</a:t>
              </a:r>
              <a:r>
                <a:rPr lang="vi-VN" sz="1400" dirty="0">
                  <a:latin typeface="Times New Roman" panose="02020603050405020304" pitchFamily="18" charset="0"/>
                  <a:cs typeface="Times New Roman" panose="02020603050405020304" pitchFamily="18" charset="0"/>
                </a:rPr>
                <a:t> theo ngày</a:t>
              </a:r>
              <a:endParaRPr lang="en-US" sz="1400" dirty="0">
                <a:latin typeface="Times New Roman" panose="02020603050405020304" pitchFamily="18" charset="0"/>
                <a:cs typeface="Times New Roman" panose="02020603050405020304" pitchFamily="18" charset="0"/>
              </a:endParaRPr>
            </a:p>
            <a:p>
              <a:r>
                <a:rPr lang="vi-VN" sz="1400" dirty="0">
                  <a:latin typeface="Times New Roman" panose="02020603050405020304" pitchFamily="18" charset="0"/>
                  <a:cs typeface="Times New Roman" panose="02020603050405020304" pitchFamily="18" charset="0"/>
                </a:rPr>
                <a:t>+ Phân tích nợ, xuất biểu đồ </a:t>
              </a:r>
              <a:endParaRPr lang="en-US" sz="1400" dirty="0">
                <a:latin typeface="Times New Roman" panose="02020603050405020304" pitchFamily="18" charset="0"/>
                <a:cs typeface="Times New Roman" panose="02020603050405020304" pitchFamily="18" charset="0"/>
              </a:endParaRPr>
            </a:p>
            <a:p>
              <a:pPr algn="just">
                <a:lnSpc>
                  <a:spcPts val="1425"/>
                </a:lnSpc>
                <a:buClr>
                  <a:srgbClr val="0070C0"/>
                </a:buClr>
                <a:buSzPct val="100000"/>
              </a:pPr>
              <a:r>
                <a:rPr lang="en-US" altLang="en-US" sz="1400" dirty="0">
                  <a:solidFill>
                    <a:srgbClr val="002060"/>
                  </a:solidFill>
                  <a:latin typeface="Times New Roman" panose="02020603050405020304" pitchFamily="18" charset="0"/>
                  <a:cs typeface="Times New Roman" pitchFamily="18" charset="0"/>
                </a:rPr>
                <a:t>+ ….</a:t>
              </a:r>
            </a:p>
            <a:p>
              <a:pPr algn="just">
                <a:lnSpc>
                  <a:spcPts val="1425"/>
                </a:lnSpc>
                <a:buClr>
                  <a:srgbClr val="0070C0"/>
                </a:buClr>
                <a:buSzPct val="100000"/>
              </a:pPr>
              <a:endParaRPr lang="vi-VN" altLang="en-US" sz="1400" dirty="0">
                <a:solidFill>
                  <a:srgbClr val="002060"/>
                </a:solidFill>
                <a:latin typeface="Times New Roman" panose="02020603050405020304" pitchFamily="18" charset="0"/>
                <a:cs typeface="Times New Roman" pitchFamily="18" charset="0"/>
              </a:endParaRPr>
            </a:p>
          </p:txBody>
        </p:sp>
      </p:grpSp>
      <p:grpSp>
        <p:nvGrpSpPr>
          <p:cNvPr id="9228" name="Group 17"/>
          <p:cNvGrpSpPr>
            <a:grpSpLocks/>
          </p:cNvGrpSpPr>
          <p:nvPr/>
        </p:nvGrpSpPr>
        <p:grpSpPr bwMode="auto">
          <a:xfrm>
            <a:off x="101070" y="1178747"/>
            <a:ext cx="3271521" cy="523220"/>
            <a:chOff x="4435475" y="1185447"/>
            <a:chExt cx="2409912" cy="520167"/>
          </a:xfrm>
        </p:grpSpPr>
        <p:grpSp>
          <p:nvGrpSpPr>
            <p:cNvPr id="9229" name="Group 11"/>
            <p:cNvGrpSpPr>
              <a:grpSpLocks/>
            </p:cNvGrpSpPr>
            <p:nvPr/>
          </p:nvGrpSpPr>
          <p:grpSpPr bwMode="auto">
            <a:xfrm>
              <a:off x="4435475" y="1209386"/>
              <a:ext cx="2374900" cy="277813"/>
              <a:chOff x="3090" y="1159"/>
              <a:chExt cx="1496" cy="175"/>
            </a:xfrm>
          </p:grpSpPr>
          <p:sp>
            <p:nvSpPr>
              <p:cNvPr id="50" name="AutoShape 12"/>
              <p:cNvSpPr>
                <a:spLocks noChangeArrowheads="1"/>
              </p:cNvSpPr>
              <p:nvPr/>
            </p:nvSpPr>
            <p:spPr bwMode="gray">
              <a:xfrm>
                <a:off x="3122" y="1159"/>
                <a:ext cx="1464" cy="175"/>
              </a:xfrm>
              <a:prstGeom prst="roundRect">
                <a:avLst>
                  <a:gd name="adj" fmla="val 25000"/>
                </a:avLst>
              </a:prstGeom>
              <a:solidFill>
                <a:srgbClr val="40B0FF"/>
              </a:solidFill>
              <a:ln w="28575" algn="ctr">
                <a:noFill/>
                <a:round/>
              </a:ln>
              <a:effectLst>
                <a:outerShdw blurRad="50800" dist="38100" dir="2700000" algn="tl" rotWithShape="0">
                  <a:prstClr val="black">
                    <a:alpha val="40000"/>
                  </a:prstClr>
                </a:outerShdw>
              </a:effectLst>
            </p:spPr>
            <p:txBody>
              <a:bodyPr wrap="none" anchor="ctr"/>
              <a:lstStyle/>
              <a:p>
                <a:pPr defTabSz="685800" eaLnBrk="1" fontAlgn="auto" hangingPunct="1">
                  <a:spcBef>
                    <a:spcPts val="0"/>
                  </a:spcBef>
                  <a:spcAft>
                    <a:spcPts val="0"/>
                  </a:spcAft>
                  <a:defRPr/>
                </a:pPr>
                <a:endParaRPr lang="en-US" sz="1300" kern="0">
                  <a:solidFill>
                    <a:prstClr val="black"/>
                  </a:solidFill>
                  <a:latin typeface="Times New Roman" panose="02020603050405020304" pitchFamily="18" charset="0"/>
                  <a:cs typeface="Times New Roman" panose="02020603050405020304" pitchFamily="18" charset="0"/>
                </a:endParaRPr>
              </a:p>
            </p:txBody>
          </p:sp>
          <p:grpSp>
            <p:nvGrpSpPr>
              <p:cNvPr id="9232" name="Group 50"/>
              <p:cNvGrpSpPr>
                <a:grpSpLocks/>
              </p:cNvGrpSpPr>
              <p:nvPr/>
            </p:nvGrpSpPr>
            <p:grpSpPr bwMode="auto">
              <a:xfrm>
                <a:off x="3090" y="1170"/>
                <a:ext cx="150" cy="150"/>
                <a:chOff x="838200" y="5138224"/>
                <a:chExt cx="262489" cy="262489"/>
              </a:xfrm>
            </p:grpSpPr>
            <p:sp>
              <p:nvSpPr>
                <p:cNvPr id="52" name="Oval 51"/>
                <p:cNvSpPr>
                  <a:spLocks noChangeArrowheads="1"/>
                </p:cNvSpPr>
                <p:nvPr/>
              </p:nvSpPr>
              <p:spPr bwMode="gray">
                <a:xfrm>
                  <a:off x="838200" y="5139953"/>
                  <a:ext cx="264854" cy="261520"/>
                </a:xfrm>
                <a:prstGeom prst="ellipse">
                  <a:avLst/>
                </a:prstGeom>
                <a:solidFill>
                  <a:srgbClr val="FFFFFF"/>
                </a:solidFill>
                <a:ln w="38100" algn="ctr">
                  <a:solidFill>
                    <a:srgbClr val="40B0FF"/>
                  </a:solidFill>
                  <a:round/>
                </a:ln>
                <a:effectLst>
                  <a:outerShdw sx="102000" sy="102000" algn="ctr" rotWithShape="0">
                    <a:srgbClr val="000000">
                      <a:alpha val="39999"/>
                    </a:srgbClr>
                  </a:outerShdw>
                </a:effectLst>
              </p:spPr>
              <p:txBody>
                <a:bodyPr anchor="ctr"/>
                <a:lstStyle/>
                <a:p>
                  <a:pPr defTabSz="685800" eaLnBrk="1" fontAlgn="auto" hangingPunct="1">
                    <a:spcBef>
                      <a:spcPts val="0"/>
                    </a:spcBef>
                    <a:spcAft>
                      <a:spcPts val="0"/>
                    </a:spcAft>
                    <a:defRPr/>
                  </a:pPr>
                  <a:endParaRPr lang="en-US" sz="1350" kern="0">
                    <a:solidFill>
                      <a:srgbClr val="000000"/>
                    </a:solidFill>
                    <a:latin typeface="Times New Roman" panose="02020603050405020304" pitchFamily="18" charset="0"/>
                    <a:cs typeface="Times New Roman" panose="02020603050405020304" pitchFamily="18" charset="0"/>
                  </a:endParaRPr>
                </a:p>
              </p:txBody>
            </p:sp>
            <p:sp>
              <p:nvSpPr>
                <p:cNvPr id="53" name="Oval 52"/>
                <p:cNvSpPr>
                  <a:spLocks noChangeArrowheads="1"/>
                </p:cNvSpPr>
                <p:nvPr/>
              </p:nvSpPr>
              <p:spPr bwMode="gray">
                <a:xfrm>
                  <a:off x="934161" y="5230559"/>
                  <a:ext cx="76769" cy="74132"/>
                </a:xfrm>
                <a:prstGeom prst="ellipse">
                  <a:avLst/>
                </a:prstGeom>
                <a:solidFill>
                  <a:srgbClr val="40B0FF"/>
                </a:solidFill>
                <a:ln w="25400" algn="ctr">
                  <a:noFill/>
                  <a:round/>
                </a:ln>
              </p:spPr>
              <p:txBody>
                <a:bodyPr anchor="ctr"/>
                <a:lstStyle/>
                <a:p>
                  <a:pPr defTabSz="685800" eaLnBrk="1" fontAlgn="auto" hangingPunct="1">
                    <a:spcBef>
                      <a:spcPts val="0"/>
                    </a:spcBef>
                    <a:spcAft>
                      <a:spcPts val="0"/>
                    </a:spcAft>
                    <a:defRPr/>
                  </a:pPr>
                  <a:endParaRPr lang="en-US" sz="1350" kern="0">
                    <a:solidFill>
                      <a:srgbClr val="FFFFFF"/>
                    </a:solidFill>
                    <a:latin typeface="Times New Roman" panose="02020603050405020304" pitchFamily="18" charset="0"/>
                    <a:cs typeface="Times New Roman" panose="02020603050405020304" pitchFamily="18" charset="0"/>
                  </a:endParaRPr>
                </a:p>
              </p:txBody>
            </p:sp>
          </p:grpSp>
        </p:grpSp>
        <p:sp>
          <p:nvSpPr>
            <p:cNvPr id="9230" name="Rectangle 61"/>
            <p:cNvSpPr>
              <a:spLocks noChangeArrowheads="1"/>
            </p:cNvSpPr>
            <p:nvPr/>
          </p:nvSpPr>
          <p:spPr bwMode="gray">
            <a:xfrm>
              <a:off x="4689475" y="1185447"/>
              <a:ext cx="2155912" cy="520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400" b="1" dirty="0">
                  <a:solidFill>
                    <a:srgbClr val="003366"/>
                  </a:solidFill>
                  <a:latin typeface="Times New Roman" pitchFamily="18" charset="0"/>
                  <a:cs typeface="Times New Roman" pitchFamily="18" charset="0"/>
                </a:rPr>
                <a:t>Ban </a:t>
              </a:r>
              <a:r>
                <a:rPr lang="en-US" altLang="en-US" sz="1400" b="1" err="1">
                  <a:solidFill>
                    <a:srgbClr val="003366"/>
                  </a:solidFill>
                  <a:latin typeface="Times New Roman" pitchFamily="18" charset="0"/>
                  <a:cs typeface="Times New Roman" pitchFamily="18" charset="0"/>
                </a:rPr>
                <a:t>quản</a:t>
              </a:r>
              <a:r>
                <a:rPr lang="en-US" altLang="en-US" sz="1400" b="1">
                  <a:solidFill>
                    <a:srgbClr val="003366"/>
                  </a:solidFill>
                  <a:latin typeface="Times New Roman" pitchFamily="18" charset="0"/>
                  <a:cs typeface="Times New Roman" pitchFamily="18" charset="0"/>
                </a:rPr>
                <a:t> trị/ nhân viên văn phòng</a:t>
              </a:r>
              <a:endParaRPr lang="en-US" altLang="en-US" sz="1400" b="1" dirty="0">
                <a:solidFill>
                  <a:srgbClr val="FFFFFF"/>
                </a:solidFill>
                <a:latin typeface="Times New Roman" pitchFamily="18" charset="0"/>
                <a:cs typeface="Times New Roman" pitchFamily="18" charset="0"/>
              </a:endParaRPr>
            </a:p>
          </p:txBody>
        </p:sp>
      </p:grpSp>
      <p:sp>
        <p:nvSpPr>
          <p:cNvPr id="56" name="Title 1">
            <a:extLst>
              <a:ext uri="{FF2B5EF4-FFF2-40B4-BE49-F238E27FC236}">
                <a16:creationId xmlns:a16="http://schemas.microsoft.com/office/drawing/2014/main" id="{C455E54C-3E8F-459C-9182-D616644E4BCF}"/>
              </a:ext>
            </a:extLst>
          </p:cNvPr>
          <p:cNvSpPr>
            <a:spLocks noGrp="1"/>
          </p:cNvSpPr>
          <p:nvPr>
            <p:ph type="title"/>
          </p:nvPr>
        </p:nvSpPr>
        <p:spPr>
          <a:xfrm>
            <a:off x="578223" y="279867"/>
            <a:ext cx="11066930" cy="605631"/>
          </a:xfrm>
        </p:spPr>
        <p:txBody>
          <a:bodyPr/>
          <a:lstStyle/>
          <a:p>
            <a:r>
              <a:rPr lang="en-US">
                <a:latin typeface="Times New Roman" panose="02020603050405020304" pitchFamily="18" charset="0"/>
                <a:cs typeface="Times New Roman" panose="02020603050405020304" pitchFamily="18" charset="0"/>
              </a:rPr>
              <a:t>CÁC CHỨC NĂNG CỦA CH</a:t>
            </a:r>
            <a:r>
              <a:rPr lang="vi-VN">
                <a:latin typeface="Times New Roman" panose="02020603050405020304" pitchFamily="18" charset="0"/>
                <a:cs typeface="Times New Roman" panose="02020603050405020304" pitchFamily="18" charset="0"/>
              </a:rPr>
              <a:t>Ư</a:t>
            </a:r>
            <a:r>
              <a:rPr lang="en-US">
                <a:latin typeface="Times New Roman" panose="02020603050405020304" pitchFamily="18" charset="0"/>
                <a:cs typeface="Times New Roman" panose="02020603050405020304" pitchFamily="18" charset="0"/>
              </a:rPr>
              <a:t>ƠNG TRÌNH</a:t>
            </a:r>
            <a:endParaRPr lang="en-US" dirty="0">
              <a:latin typeface="Times New Roman" pitchFamily="18" charset="0"/>
              <a:cs typeface="Times New Roman" pitchFamily="18" charset="0"/>
            </a:endParaRPr>
          </a:p>
        </p:txBody>
      </p:sp>
      <p:grpSp>
        <p:nvGrpSpPr>
          <p:cNvPr id="14" name="Group 16">
            <a:extLst>
              <a:ext uri="{FF2B5EF4-FFF2-40B4-BE49-F238E27FC236}">
                <a16:creationId xmlns:a16="http://schemas.microsoft.com/office/drawing/2014/main" id="{6A2623AC-8377-4C64-850B-D2042D5FC145}"/>
              </a:ext>
            </a:extLst>
          </p:cNvPr>
          <p:cNvGrpSpPr>
            <a:grpSpLocks/>
          </p:cNvGrpSpPr>
          <p:nvPr/>
        </p:nvGrpSpPr>
        <p:grpSpPr bwMode="auto">
          <a:xfrm>
            <a:off x="359649" y="3337996"/>
            <a:ext cx="11493764" cy="2330738"/>
            <a:chOff x="4756149" y="1364957"/>
            <a:chExt cx="3854451" cy="1326595"/>
          </a:xfrm>
        </p:grpSpPr>
        <p:sp>
          <p:nvSpPr>
            <p:cNvPr id="15" name="AutoShape 3">
              <a:extLst>
                <a:ext uri="{FF2B5EF4-FFF2-40B4-BE49-F238E27FC236}">
                  <a16:creationId xmlns:a16="http://schemas.microsoft.com/office/drawing/2014/main" id="{68FB2540-633B-473D-83D6-4F65D05E2778}"/>
                </a:ext>
              </a:extLst>
            </p:cNvPr>
            <p:cNvSpPr>
              <a:spLocks noChangeArrowheads="1"/>
            </p:cNvSpPr>
            <p:nvPr/>
          </p:nvSpPr>
          <p:spPr bwMode="auto">
            <a:xfrm>
              <a:off x="4756149" y="1364957"/>
              <a:ext cx="3854451" cy="1034747"/>
            </a:xfrm>
            <a:prstGeom prst="roundRect">
              <a:avLst>
                <a:gd name="adj" fmla="val 9903"/>
              </a:avLst>
            </a:prstGeom>
            <a:gradFill rotWithShape="1">
              <a:gsLst>
                <a:gs pos="0">
                  <a:srgbClr val="EAEAEA"/>
                </a:gs>
                <a:gs pos="100000">
                  <a:srgbClr val="FFFFFF"/>
                </a:gs>
              </a:gsLst>
              <a:lin ang="5400000" scaled="1"/>
            </a:gradFill>
            <a:ln w="12700" algn="ctr">
              <a:solidFill>
                <a:srgbClr val="B2B2B2"/>
              </a:solidFill>
              <a:round/>
              <a:headEnd/>
              <a:tailEnd/>
            </a:ln>
          </p:spPr>
          <p:txBody>
            <a:bodyPr wrap="none" anchor="ctr"/>
            <a:lstStyle/>
            <a:p>
              <a:endParaRPr lang="en-US" altLang="en-US">
                <a:solidFill>
                  <a:srgbClr val="000000"/>
                </a:solidFill>
                <a:latin typeface="Times New Roman" pitchFamily="18" charset="0"/>
                <a:cs typeface="Times New Roman" pitchFamily="18" charset="0"/>
              </a:endParaRPr>
            </a:p>
          </p:txBody>
        </p:sp>
        <p:sp>
          <p:nvSpPr>
            <p:cNvPr id="16" name="Text Box 29">
              <a:extLst>
                <a:ext uri="{FF2B5EF4-FFF2-40B4-BE49-F238E27FC236}">
                  <a16:creationId xmlns:a16="http://schemas.microsoft.com/office/drawing/2014/main" id="{9378A404-9229-4919-B85D-E91FDF45FED7}"/>
                </a:ext>
              </a:extLst>
            </p:cNvPr>
            <p:cNvSpPr txBox="1">
              <a:spLocks noChangeArrowheads="1"/>
            </p:cNvSpPr>
            <p:nvPr/>
          </p:nvSpPr>
          <p:spPr bwMode="gray">
            <a:xfrm>
              <a:off x="4798005" y="1456545"/>
              <a:ext cx="3770739" cy="1235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R="0">
                <a:lnSpc>
                  <a:spcPct val="150000"/>
                </a:lnSpc>
                <a:spcBef>
                  <a:spcPts val="0"/>
                </a:spcBef>
                <a:spcAft>
                  <a:spcPts val="0"/>
                </a:spcAft>
              </a:pPr>
              <a:r>
                <a:rPr lang="vi-VN" sz="1400" dirty="0">
                  <a:latin typeface="Times New Roman" panose="02020603050405020304" pitchFamily="18" charset="0"/>
                  <a:cs typeface="Times New Roman" panose="02020603050405020304" pitchFamily="18" charset="0"/>
                </a:rPr>
                <a:t>+ Theo dõi danh sách chủ hộ được giao</a:t>
              </a:r>
              <a:endParaRPr lang="en-US" sz="1400" dirty="0">
                <a:latin typeface="Times New Roman" panose="02020603050405020304" pitchFamily="18" charset="0"/>
                <a:cs typeface="Times New Roman" panose="02020603050405020304" pitchFamily="18" charset="0"/>
              </a:endParaRPr>
            </a:p>
            <a:p>
              <a:pPr marR="0">
                <a:lnSpc>
                  <a:spcPct val="150000"/>
                </a:lnSpc>
                <a:spcBef>
                  <a:spcPts val="0"/>
                </a:spcBef>
                <a:spcAft>
                  <a:spcPts val="0"/>
                </a:spcAft>
              </a:pPr>
              <a:r>
                <a:rPr lang="vi-VN" sz="1400" dirty="0">
                  <a:latin typeface="Times New Roman" panose="02020603050405020304" pitchFamily="18" charset="0"/>
                  <a:cs typeface="Times New Roman" panose="02020603050405020304" pitchFamily="18" charset="0"/>
                </a:rPr>
                <a:t>+ Theo dõi và cập nhật </a:t>
              </a:r>
              <a:r>
                <a:rPr lang="en-US" sz="1400" dirty="0" err="1">
                  <a:latin typeface="Times New Roman" panose="02020603050405020304" pitchFamily="18" charset="0"/>
                  <a:cs typeface="Times New Roman" panose="02020603050405020304" pitchFamily="18" charset="0"/>
                </a:rPr>
                <a:t>phiếu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thu</a:t>
              </a:r>
              <a:endParaRPr lang="en-US" sz="1400" dirty="0">
                <a:latin typeface="Times New Roman" panose="02020603050405020304" pitchFamily="18" charset="0"/>
                <a:cs typeface="Times New Roman" panose="02020603050405020304" pitchFamily="18" charset="0"/>
              </a:endParaRPr>
            </a:p>
            <a:p>
              <a:pPr marR="0">
                <a:lnSpc>
                  <a:spcPct val="150000"/>
                </a:lnSpc>
                <a:spcBef>
                  <a:spcPts val="0"/>
                </a:spcBef>
                <a:spcAft>
                  <a:spcPts val="0"/>
                </a:spcAft>
              </a:pPr>
              <a:r>
                <a:rPr lang="vi-VN" sz="1400" dirty="0">
                  <a:latin typeface="Times New Roman" panose="02020603050405020304" pitchFamily="18" charset="0"/>
                  <a:cs typeface="Times New Roman" panose="02020603050405020304" pitchFamily="18" charset="0"/>
                </a:rPr>
                <a:t>+ Tra cứu lịch sử </a:t>
              </a:r>
              <a:r>
                <a:rPr lang="en-US" sz="1400" dirty="0" err="1">
                  <a:latin typeface="Times New Roman" panose="02020603050405020304" pitchFamily="18" charset="0"/>
                  <a:cs typeface="Times New Roman" panose="02020603050405020304" pitchFamily="18" charset="0"/>
                </a:rPr>
                <a:t>phiếu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thu</a:t>
              </a:r>
              <a:endParaRPr lang="en-US" sz="1400" dirty="0">
                <a:latin typeface="Times New Roman" panose="02020603050405020304" pitchFamily="18" charset="0"/>
                <a:cs typeface="Times New Roman" panose="02020603050405020304" pitchFamily="18" charset="0"/>
              </a:endParaRPr>
            </a:p>
            <a:p>
              <a:pPr marR="0">
                <a:lnSpc>
                  <a:spcPct val="150000"/>
                </a:lnSpc>
                <a:spcBef>
                  <a:spcPts val="0"/>
                </a:spcBef>
                <a:spcAft>
                  <a:spcPts val="0"/>
                </a:spcAft>
              </a:pPr>
              <a:r>
                <a:rPr lang="vi-VN" sz="1400" dirty="0">
                  <a:latin typeface="Times New Roman" panose="02020603050405020304" pitchFamily="18" charset="0"/>
                  <a:cs typeface="Times New Roman" panose="02020603050405020304" pitchFamily="18" charset="0"/>
                </a:rPr>
                <a:t>+ Thống kê số liệu đã thu hoặc chưa thu được</a:t>
              </a:r>
              <a:endParaRPr lang="en-US" sz="1400" dirty="0">
                <a:latin typeface="Times New Roman" panose="02020603050405020304" pitchFamily="18" charset="0"/>
                <a:cs typeface="Times New Roman" panose="02020603050405020304" pitchFamily="18" charset="0"/>
              </a:endParaRPr>
            </a:p>
            <a:p>
              <a:pPr marR="0">
                <a:lnSpc>
                  <a:spcPct val="150000"/>
                </a:lnSpc>
                <a:spcBef>
                  <a:spcPts val="0"/>
                </a:spcBef>
                <a:spcAft>
                  <a:spcPts val="800"/>
                </a:spcAft>
              </a:pPr>
              <a:r>
                <a:rPr lang="vi-VN" sz="1400" dirty="0">
                  <a:latin typeface="Times New Roman" panose="02020603050405020304" pitchFamily="18" charset="0"/>
                  <a:cs typeface="Times New Roman" panose="02020603050405020304" pitchFamily="18" charset="0"/>
                </a:rPr>
                <a:t>+ In phiếu thu và đồng </a:t>
              </a:r>
              <a:r>
                <a:rPr lang="vi-VN" sz="1400" dirty="0">
                  <a:latin typeface="Times New Roman" panose="02020603050405020304" pitchFamily="18" charset="0"/>
                  <a:ea typeface="Times New Roman" panose="02020603050405020304" pitchFamily="18" charset="0"/>
                  <a:cs typeface="Times New Roman" panose="02020603050405020304" pitchFamily="18" charset="0"/>
                </a:rPr>
                <a:t>bộ</a:t>
              </a:r>
              <a:endParaRPr lang="en-US"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ts val="1425"/>
                </a:lnSpc>
                <a:buClr>
                  <a:srgbClr val="0070C0"/>
                </a:buClr>
                <a:buSzPct val="100000"/>
              </a:pPr>
              <a:endParaRPr lang="en-US" altLang="en-US" sz="1400" dirty="0">
                <a:solidFill>
                  <a:srgbClr val="002060"/>
                </a:solidFill>
                <a:latin typeface="Times New Roman" panose="02020603050405020304" pitchFamily="18" charset="0"/>
                <a:cs typeface="Times New Roman" pitchFamily="18" charset="0"/>
              </a:endParaRPr>
            </a:p>
            <a:p>
              <a:pPr algn="just">
                <a:lnSpc>
                  <a:spcPts val="1425"/>
                </a:lnSpc>
                <a:buClr>
                  <a:srgbClr val="0070C0"/>
                </a:buClr>
                <a:buSzPct val="100000"/>
              </a:pPr>
              <a:endParaRPr lang="vi-VN" altLang="en-US" sz="1400" dirty="0">
                <a:solidFill>
                  <a:srgbClr val="002060"/>
                </a:solidFill>
                <a:latin typeface="Times New Roman" panose="02020603050405020304" pitchFamily="18" charset="0"/>
                <a:cs typeface="Times New Roman" pitchFamily="18" charset="0"/>
              </a:endParaRPr>
            </a:p>
          </p:txBody>
        </p:sp>
      </p:grpSp>
      <p:grpSp>
        <p:nvGrpSpPr>
          <p:cNvPr id="17" name="Group 17">
            <a:extLst>
              <a:ext uri="{FF2B5EF4-FFF2-40B4-BE49-F238E27FC236}">
                <a16:creationId xmlns:a16="http://schemas.microsoft.com/office/drawing/2014/main" id="{8F751B11-075E-4D38-8B73-6861C1F00B54}"/>
              </a:ext>
            </a:extLst>
          </p:cNvPr>
          <p:cNvGrpSpPr>
            <a:grpSpLocks/>
          </p:cNvGrpSpPr>
          <p:nvPr/>
        </p:nvGrpSpPr>
        <p:grpSpPr bwMode="auto">
          <a:xfrm>
            <a:off x="101071" y="3214763"/>
            <a:ext cx="2253510" cy="307777"/>
            <a:chOff x="4435475" y="1185447"/>
            <a:chExt cx="2409912" cy="305981"/>
          </a:xfrm>
        </p:grpSpPr>
        <p:grpSp>
          <p:nvGrpSpPr>
            <p:cNvPr id="18" name="Group 11">
              <a:extLst>
                <a:ext uri="{FF2B5EF4-FFF2-40B4-BE49-F238E27FC236}">
                  <a16:creationId xmlns:a16="http://schemas.microsoft.com/office/drawing/2014/main" id="{A4A69CC1-E2D8-451C-BA02-F4A1888835B2}"/>
                </a:ext>
              </a:extLst>
            </p:cNvPr>
            <p:cNvGrpSpPr>
              <a:grpSpLocks/>
            </p:cNvGrpSpPr>
            <p:nvPr/>
          </p:nvGrpSpPr>
          <p:grpSpPr bwMode="auto">
            <a:xfrm>
              <a:off x="4435475" y="1209386"/>
              <a:ext cx="2374900" cy="277813"/>
              <a:chOff x="3090" y="1159"/>
              <a:chExt cx="1496" cy="175"/>
            </a:xfrm>
          </p:grpSpPr>
          <p:sp>
            <p:nvSpPr>
              <p:cNvPr id="20" name="AutoShape 12">
                <a:extLst>
                  <a:ext uri="{FF2B5EF4-FFF2-40B4-BE49-F238E27FC236}">
                    <a16:creationId xmlns:a16="http://schemas.microsoft.com/office/drawing/2014/main" id="{C4A6F272-D160-41AF-8BA2-2789ECE4D380}"/>
                  </a:ext>
                </a:extLst>
              </p:cNvPr>
              <p:cNvSpPr>
                <a:spLocks noChangeArrowheads="1"/>
              </p:cNvSpPr>
              <p:nvPr/>
            </p:nvSpPr>
            <p:spPr bwMode="gray">
              <a:xfrm>
                <a:off x="3122" y="1159"/>
                <a:ext cx="1464" cy="175"/>
              </a:xfrm>
              <a:prstGeom prst="roundRect">
                <a:avLst>
                  <a:gd name="adj" fmla="val 25000"/>
                </a:avLst>
              </a:prstGeom>
              <a:solidFill>
                <a:srgbClr val="40B0FF"/>
              </a:solidFill>
              <a:ln w="28575" algn="ctr">
                <a:noFill/>
                <a:round/>
              </a:ln>
              <a:effectLst>
                <a:outerShdw blurRad="50800" dist="38100" dir="2700000" algn="tl" rotWithShape="0">
                  <a:prstClr val="black">
                    <a:alpha val="40000"/>
                  </a:prstClr>
                </a:outerShdw>
              </a:effectLst>
            </p:spPr>
            <p:txBody>
              <a:bodyPr wrap="none" anchor="ctr"/>
              <a:lstStyle/>
              <a:p>
                <a:pPr defTabSz="685800" eaLnBrk="1" fontAlgn="auto" hangingPunct="1">
                  <a:spcBef>
                    <a:spcPts val="0"/>
                  </a:spcBef>
                  <a:spcAft>
                    <a:spcPts val="0"/>
                  </a:spcAft>
                  <a:defRPr/>
                </a:pPr>
                <a:endParaRPr lang="en-US" sz="1300" kern="0">
                  <a:solidFill>
                    <a:prstClr val="black"/>
                  </a:solidFill>
                  <a:latin typeface="Times New Roman" panose="02020603050405020304" pitchFamily="18" charset="0"/>
                  <a:cs typeface="Times New Roman" panose="02020603050405020304" pitchFamily="18" charset="0"/>
                </a:endParaRPr>
              </a:p>
            </p:txBody>
          </p:sp>
          <p:grpSp>
            <p:nvGrpSpPr>
              <p:cNvPr id="21" name="Group 50">
                <a:extLst>
                  <a:ext uri="{FF2B5EF4-FFF2-40B4-BE49-F238E27FC236}">
                    <a16:creationId xmlns:a16="http://schemas.microsoft.com/office/drawing/2014/main" id="{F92ADCCA-E39D-49F9-B523-C4E535A97206}"/>
                  </a:ext>
                </a:extLst>
              </p:cNvPr>
              <p:cNvGrpSpPr>
                <a:grpSpLocks/>
              </p:cNvGrpSpPr>
              <p:nvPr/>
            </p:nvGrpSpPr>
            <p:grpSpPr bwMode="auto">
              <a:xfrm>
                <a:off x="3090" y="1170"/>
                <a:ext cx="150" cy="150"/>
                <a:chOff x="838200" y="5138224"/>
                <a:chExt cx="262489" cy="262489"/>
              </a:xfrm>
            </p:grpSpPr>
            <p:sp>
              <p:nvSpPr>
                <p:cNvPr id="22" name="Oval 21">
                  <a:extLst>
                    <a:ext uri="{FF2B5EF4-FFF2-40B4-BE49-F238E27FC236}">
                      <a16:creationId xmlns:a16="http://schemas.microsoft.com/office/drawing/2014/main" id="{DAA51052-5CD6-4A36-8A6E-8CFBC2AB06DF}"/>
                    </a:ext>
                  </a:extLst>
                </p:cNvPr>
                <p:cNvSpPr>
                  <a:spLocks noChangeArrowheads="1"/>
                </p:cNvSpPr>
                <p:nvPr/>
              </p:nvSpPr>
              <p:spPr bwMode="gray">
                <a:xfrm>
                  <a:off x="838200" y="5139953"/>
                  <a:ext cx="264854" cy="261520"/>
                </a:xfrm>
                <a:prstGeom prst="ellipse">
                  <a:avLst/>
                </a:prstGeom>
                <a:solidFill>
                  <a:srgbClr val="FFFFFF"/>
                </a:solidFill>
                <a:ln w="38100" algn="ctr">
                  <a:solidFill>
                    <a:srgbClr val="40B0FF"/>
                  </a:solidFill>
                  <a:round/>
                </a:ln>
                <a:effectLst>
                  <a:outerShdw sx="102000" sy="102000" algn="ctr" rotWithShape="0">
                    <a:srgbClr val="000000">
                      <a:alpha val="39999"/>
                    </a:srgbClr>
                  </a:outerShdw>
                </a:effectLst>
              </p:spPr>
              <p:txBody>
                <a:bodyPr anchor="ctr"/>
                <a:lstStyle/>
                <a:p>
                  <a:pPr defTabSz="685800" eaLnBrk="1" fontAlgn="auto" hangingPunct="1">
                    <a:spcBef>
                      <a:spcPts val="0"/>
                    </a:spcBef>
                    <a:spcAft>
                      <a:spcPts val="0"/>
                    </a:spcAft>
                    <a:defRPr/>
                  </a:pPr>
                  <a:endParaRPr lang="en-US" sz="1350" kern="0">
                    <a:solidFill>
                      <a:srgbClr val="000000"/>
                    </a:solidFill>
                    <a:latin typeface="Times New Roman" panose="02020603050405020304" pitchFamily="18" charset="0"/>
                    <a:cs typeface="Times New Roman" panose="02020603050405020304" pitchFamily="18" charset="0"/>
                  </a:endParaRPr>
                </a:p>
              </p:txBody>
            </p:sp>
            <p:sp>
              <p:nvSpPr>
                <p:cNvPr id="23" name="Oval 22">
                  <a:extLst>
                    <a:ext uri="{FF2B5EF4-FFF2-40B4-BE49-F238E27FC236}">
                      <a16:creationId xmlns:a16="http://schemas.microsoft.com/office/drawing/2014/main" id="{CC693D6D-3BA6-4691-9303-F6AE4225228E}"/>
                    </a:ext>
                  </a:extLst>
                </p:cNvPr>
                <p:cNvSpPr>
                  <a:spLocks noChangeArrowheads="1"/>
                </p:cNvSpPr>
                <p:nvPr/>
              </p:nvSpPr>
              <p:spPr bwMode="gray">
                <a:xfrm>
                  <a:off x="934161" y="5230559"/>
                  <a:ext cx="76769" cy="74132"/>
                </a:xfrm>
                <a:prstGeom prst="ellipse">
                  <a:avLst/>
                </a:prstGeom>
                <a:solidFill>
                  <a:srgbClr val="40B0FF"/>
                </a:solidFill>
                <a:ln w="25400" algn="ctr">
                  <a:noFill/>
                  <a:round/>
                </a:ln>
              </p:spPr>
              <p:txBody>
                <a:bodyPr anchor="ctr"/>
                <a:lstStyle/>
                <a:p>
                  <a:pPr defTabSz="685800" eaLnBrk="1" fontAlgn="auto" hangingPunct="1">
                    <a:spcBef>
                      <a:spcPts val="0"/>
                    </a:spcBef>
                    <a:spcAft>
                      <a:spcPts val="0"/>
                    </a:spcAft>
                    <a:defRPr/>
                  </a:pPr>
                  <a:endParaRPr lang="en-US" sz="1350" kern="0">
                    <a:solidFill>
                      <a:srgbClr val="FFFFFF"/>
                    </a:solidFill>
                    <a:latin typeface="Times New Roman" panose="02020603050405020304" pitchFamily="18" charset="0"/>
                    <a:cs typeface="Times New Roman" panose="02020603050405020304" pitchFamily="18" charset="0"/>
                  </a:endParaRPr>
                </a:p>
              </p:txBody>
            </p:sp>
          </p:grpSp>
        </p:grpSp>
        <p:sp>
          <p:nvSpPr>
            <p:cNvPr id="19" name="Rectangle 61">
              <a:extLst>
                <a:ext uri="{FF2B5EF4-FFF2-40B4-BE49-F238E27FC236}">
                  <a16:creationId xmlns:a16="http://schemas.microsoft.com/office/drawing/2014/main" id="{F7B59027-D634-4ACB-8F7B-8EC5EE5CDEF5}"/>
                </a:ext>
              </a:extLst>
            </p:cNvPr>
            <p:cNvSpPr>
              <a:spLocks noChangeArrowheads="1"/>
            </p:cNvSpPr>
            <p:nvPr/>
          </p:nvSpPr>
          <p:spPr bwMode="gray">
            <a:xfrm>
              <a:off x="4689475" y="1185447"/>
              <a:ext cx="2155912" cy="305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400" b="1" dirty="0" err="1">
                  <a:solidFill>
                    <a:srgbClr val="003366"/>
                  </a:solidFill>
                  <a:latin typeface="Times New Roman" pitchFamily="18" charset="0"/>
                  <a:cs typeface="Times New Roman" pitchFamily="18" charset="0"/>
                </a:rPr>
                <a:t>Nhân</a:t>
              </a:r>
              <a:r>
                <a:rPr lang="en-US" altLang="en-US" sz="1400" b="1" dirty="0">
                  <a:solidFill>
                    <a:srgbClr val="003366"/>
                  </a:solidFill>
                  <a:latin typeface="Times New Roman" pitchFamily="18" charset="0"/>
                  <a:cs typeface="Times New Roman" pitchFamily="18" charset="0"/>
                </a:rPr>
                <a:t> </a:t>
              </a:r>
              <a:r>
                <a:rPr lang="en-US" altLang="en-US" sz="1400" b="1" dirty="0" err="1">
                  <a:solidFill>
                    <a:srgbClr val="003366"/>
                  </a:solidFill>
                  <a:latin typeface="Times New Roman" pitchFamily="18" charset="0"/>
                  <a:cs typeface="Times New Roman" pitchFamily="18" charset="0"/>
                </a:rPr>
                <a:t>viên</a:t>
              </a:r>
              <a:r>
                <a:rPr lang="en-US" altLang="en-US" sz="1400" b="1" dirty="0">
                  <a:solidFill>
                    <a:srgbClr val="003366"/>
                  </a:solidFill>
                  <a:latin typeface="Times New Roman" pitchFamily="18" charset="0"/>
                  <a:cs typeface="Times New Roman" pitchFamily="18" charset="0"/>
                </a:rPr>
                <a:t> </a:t>
              </a:r>
              <a:r>
                <a:rPr lang="en-US" altLang="en-US" sz="1400" b="1" dirty="0" err="1">
                  <a:solidFill>
                    <a:srgbClr val="003366"/>
                  </a:solidFill>
                  <a:latin typeface="Times New Roman" pitchFamily="18" charset="0"/>
                  <a:cs typeface="Times New Roman" pitchFamily="18" charset="0"/>
                </a:rPr>
                <a:t>thu</a:t>
              </a:r>
              <a:r>
                <a:rPr lang="en-US" altLang="en-US" sz="1400" b="1" dirty="0">
                  <a:solidFill>
                    <a:srgbClr val="003366"/>
                  </a:solidFill>
                  <a:latin typeface="Times New Roman" pitchFamily="18" charset="0"/>
                  <a:cs typeface="Times New Roman" pitchFamily="18" charset="0"/>
                </a:rPr>
                <a:t> </a:t>
              </a:r>
              <a:r>
                <a:rPr lang="en-US" altLang="en-US" sz="1400" b="1" dirty="0" err="1">
                  <a:solidFill>
                    <a:srgbClr val="003366"/>
                  </a:solidFill>
                  <a:latin typeface="Times New Roman" pitchFamily="18" charset="0"/>
                  <a:cs typeface="Times New Roman" pitchFamily="18" charset="0"/>
                </a:rPr>
                <a:t>phí</a:t>
              </a:r>
              <a:endParaRPr lang="en-US" altLang="en-US" sz="1400" b="1" dirty="0">
                <a:solidFill>
                  <a:srgbClr val="FFFFFF"/>
                </a:solidFill>
                <a:latin typeface="Times New Roman" pitchFamily="18" charset="0"/>
                <a:cs typeface="Times New Roman" pitchFamily="18" charset="0"/>
              </a:endParaRPr>
            </a:p>
          </p:txBody>
        </p:sp>
      </p:grpSp>
    </p:spTree>
    <p:extLst>
      <p:ext uri="{BB962C8B-B14F-4D97-AF65-F5344CB8AC3E}">
        <p14:creationId xmlns:p14="http://schemas.microsoft.com/office/powerpoint/2010/main" val="811062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p:cNvSpPr>
            <a:spLocks noChangeArrowheads="1"/>
          </p:cNvSpPr>
          <p:nvPr/>
        </p:nvSpPr>
        <p:spPr bwMode="auto">
          <a:xfrm>
            <a:off x="5909733" y="304800"/>
            <a:ext cx="39571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en-US" b="1">
                <a:solidFill>
                  <a:srgbClr val="FFFFFF"/>
                </a:solidFill>
              </a:rPr>
              <a:t>CHÍNH PHỦ KHÔNG GIẤY TỜ- eCABINET</a:t>
            </a:r>
          </a:p>
        </p:txBody>
      </p:sp>
      <p:sp>
        <p:nvSpPr>
          <p:cNvPr id="56" name="Title 1">
            <a:extLst>
              <a:ext uri="{FF2B5EF4-FFF2-40B4-BE49-F238E27FC236}">
                <a16:creationId xmlns:a16="http://schemas.microsoft.com/office/drawing/2014/main" id="{C455E54C-3E8F-459C-9182-D616644E4BCF}"/>
              </a:ext>
            </a:extLst>
          </p:cNvPr>
          <p:cNvSpPr>
            <a:spLocks noGrp="1"/>
          </p:cNvSpPr>
          <p:nvPr>
            <p:ph type="title"/>
          </p:nvPr>
        </p:nvSpPr>
        <p:spPr>
          <a:xfrm>
            <a:off x="578223" y="279867"/>
            <a:ext cx="11066930" cy="605631"/>
          </a:xfrm>
        </p:spPr>
        <p:txBody>
          <a:bodyPr/>
          <a:lstStyle/>
          <a:p>
            <a:r>
              <a:rPr lang="en-US" dirty="0" err="1">
                <a:latin typeface="Times New Roman" pitchFamily="18" charset="0"/>
                <a:cs typeface="Times New Roman" pitchFamily="18" charset="0"/>
              </a:rPr>
              <a:t>Một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trình</a:t>
            </a:r>
            <a:endParaRPr lang="en-US"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7ED7CAD8-8D80-4F98-FB7C-1A2CEB839545}"/>
              </a:ext>
            </a:extLst>
          </p:cNvPr>
          <p:cNvPicPr>
            <a:picLocks noChangeAspect="1"/>
          </p:cNvPicPr>
          <p:nvPr/>
        </p:nvPicPr>
        <p:blipFill>
          <a:blip r:embed="rId3"/>
          <a:stretch>
            <a:fillRect/>
          </a:stretch>
        </p:blipFill>
        <p:spPr>
          <a:xfrm>
            <a:off x="431250" y="1072212"/>
            <a:ext cx="10956966" cy="5285599"/>
          </a:xfrm>
          <a:prstGeom prst="rect">
            <a:avLst/>
          </a:prstGeom>
        </p:spPr>
      </p:pic>
    </p:spTree>
    <p:extLst>
      <p:ext uri="{BB962C8B-B14F-4D97-AF65-F5344CB8AC3E}">
        <p14:creationId xmlns:p14="http://schemas.microsoft.com/office/powerpoint/2010/main" val="318221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p:cNvSpPr>
            <a:spLocks noChangeArrowheads="1"/>
          </p:cNvSpPr>
          <p:nvPr/>
        </p:nvSpPr>
        <p:spPr bwMode="auto">
          <a:xfrm>
            <a:off x="5909733" y="304800"/>
            <a:ext cx="39571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en-US" b="1">
                <a:solidFill>
                  <a:srgbClr val="FFFFFF"/>
                </a:solidFill>
              </a:rPr>
              <a:t>CHÍNH PHỦ KHÔNG GIẤY TỜ- eCABINET</a:t>
            </a:r>
          </a:p>
        </p:txBody>
      </p:sp>
      <p:sp>
        <p:nvSpPr>
          <p:cNvPr id="56" name="Title 1">
            <a:extLst>
              <a:ext uri="{FF2B5EF4-FFF2-40B4-BE49-F238E27FC236}">
                <a16:creationId xmlns:a16="http://schemas.microsoft.com/office/drawing/2014/main" id="{C455E54C-3E8F-459C-9182-D616644E4BCF}"/>
              </a:ext>
            </a:extLst>
          </p:cNvPr>
          <p:cNvSpPr>
            <a:spLocks noGrp="1"/>
          </p:cNvSpPr>
          <p:nvPr>
            <p:ph type="title"/>
          </p:nvPr>
        </p:nvSpPr>
        <p:spPr>
          <a:xfrm>
            <a:off x="578223" y="279867"/>
            <a:ext cx="11066930" cy="605631"/>
          </a:xfrm>
        </p:spPr>
        <p:txBody>
          <a:bodyPr/>
          <a:lstStyle/>
          <a:p>
            <a:r>
              <a:rPr lang="en-US" dirty="0" err="1">
                <a:latin typeface="Times New Roman" pitchFamily="18" charset="0"/>
                <a:cs typeface="Times New Roman" pitchFamily="18" charset="0"/>
              </a:rPr>
              <a:t>Một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trình</a:t>
            </a:r>
            <a:endParaRPr lang="en-US"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0D55E0C2-9025-6189-9977-8C64D7F24B9A}"/>
              </a:ext>
            </a:extLst>
          </p:cNvPr>
          <p:cNvPicPr>
            <a:picLocks noChangeAspect="1"/>
          </p:cNvPicPr>
          <p:nvPr/>
        </p:nvPicPr>
        <p:blipFill>
          <a:blip r:embed="rId3"/>
          <a:stretch>
            <a:fillRect/>
          </a:stretch>
        </p:blipFill>
        <p:spPr>
          <a:xfrm>
            <a:off x="562535" y="1023289"/>
            <a:ext cx="11066930" cy="5355905"/>
          </a:xfrm>
          <a:prstGeom prst="rect">
            <a:avLst/>
          </a:prstGeom>
        </p:spPr>
      </p:pic>
    </p:spTree>
    <p:extLst>
      <p:ext uri="{BB962C8B-B14F-4D97-AF65-F5344CB8AC3E}">
        <p14:creationId xmlns:p14="http://schemas.microsoft.com/office/powerpoint/2010/main" val="1338935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p:cNvSpPr>
            <a:spLocks noChangeArrowheads="1"/>
          </p:cNvSpPr>
          <p:nvPr/>
        </p:nvSpPr>
        <p:spPr bwMode="auto">
          <a:xfrm>
            <a:off x="5909733" y="304800"/>
            <a:ext cx="39571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en-US" b="1">
                <a:solidFill>
                  <a:srgbClr val="FFFFFF"/>
                </a:solidFill>
              </a:rPr>
              <a:t>CHÍNH PHỦ KHÔNG GIẤY TỜ- eCABINET</a:t>
            </a:r>
          </a:p>
        </p:txBody>
      </p:sp>
      <p:sp>
        <p:nvSpPr>
          <p:cNvPr id="56" name="Title 1">
            <a:extLst>
              <a:ext uri="{FF2B5EF4-FFF2-40B4-BE49-F238E27FC236}">
                <a16:creationId xmlns:a16="http://schemas.microsoft.com/office/drawing/2014/main" id="{C455E54C-3E8F-459C-9182-D616644E4BCF}"/>
              </a:ext>
            </a:extLst>
          </p:cNvPr>
          <p:cNvSpPr>
            <a:spLocks noGrp="1"/>
          </p:cNvSpPr>
          <p:nvPr>
            <p:ph type="title"/>
          </p:nvPr>
        </p:nvSpPr>
        <p:spPr>
          <a:xfrm>
            <a:off x="578223" y="279867"/>
            <a:ext cx="11066930" cy="605631"/>
          </a:xfrm>
        </p:spPr>
        <p:txBody>
          <a:bodyPr/>
          <a:lstStyle/>
          <a:p>
            <a:r>
              <a:rPr lang="en-US" dirty="0" err="1">
                <a:latin typeface="Times New Roman" pitchFamily="18" charset="0"/>
                <a:cs typeface="Times New Roman" pitchFamily="18" charset="0"/>
              </a:rPr>
              <a:t>Một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trình</a:t>
            </a:r>
            <a:endParaRPr lang="en-US"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2C25697F-3A8C-61C5-4F9B-7C141FDB9919}"/>
              </a:ext>
            </a:extLst>
          </p:cNvPr>
          <p:cNvPicPr>
            <a:picLocks noChangeAspect="1"/>
          </p:cNvPicPr>
          <p:nvPr/>
        </p:nvPicPr>
        <p:blipFill>
          <a:blip r:embed="rId3"/>
          <a:stretch>
            <a:fillRect/>
          </a:stretch>
        </p:blipFill>
        <p:spPr>
          <a:xfrm>
            <a:off x="102844" y="1238975"/>
            <a:ext cx="11613777" cy="4834501"/>
          </a:xfrm>
          <a:prstGeom prst="rect">
            <a:avLst/>
          </a:prstGeom>
        </p:spPr>
      </p:pic>
    </p:spTree>
    <p:extLst>
      <p:ext uri="{BB962C8B-B14F-4D97-AF65-F5344CB8AC3E}">
        <p14:creationId xmlns:p14="http://schemas.microsoft.com/office/powerpoint/2010/main" val="2540443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2EA1F-3E14-5382-6D45-AD5C9ABA2E44}"/>
              </a:ext>
            </a:extLst>
          </p:cNvPr>
          <p:cNvSpPr>
            <a:spLocks noGrp="1"/>
          </p:cNvSpPr>
          <p:nvPr>
            <p:ph type="title"/>
          </p:nvPr>
        </p:nvSpPr>
        <p:spPr/>
        <p:txBody>
          <a:bodyPr/>
          <a:lstStyle/>
          <a:p>
            <a:r>
              <a:rPr lang="en-US">
                <a:latin typeface="Times New Roman" pitchFamily="18" charset="0"/>
                <a:cs typeface="Times New Roman" pitchFamily="18" charset="0"/>
              </a:rPr>
              <a:t>Một số chức năng ch</a:t>
            </a:r>
            <a:r>
              <a:rPr lang="vi-VN">
                <a:latin typeface="Times New Roman" pitchFamily="18" charset="0"/>
                <a:cs typeface="Times New Roman" pitchFamily="18" charset="0"/>
              </a:rPr>
              <a:t>ư</a:t>
            </a:r>
            <a:r>
              <a:rPr lang="en-US">
                <a:latin typeface="Times New Roman" pitchFamily="18" charset="0"/>
                <a:cs typeface="Times New Roman" pitchFamily="18" charset="0"/>
              </a:rPr>
              <a:t>ơng trình</a:t>
            </a:r>
            <a:endParaRPr lang="en-US"/>
          </a:p>
        </p:txBody>
      </p:sp>
      <p:pic>
        <p:nvPicPr>
          <p:cNvPr id="5" name="Content Placeholder 4">
            <a:extLst>
              <a:ext uri="{FF2B5EF4-FFF2-40B4-BE49-F238E27FC236}">
                <a16:creationId xmlns:a16="http://schemas.microsoft.com/office/drawing/2014/main" id="{386B205F-4C84-F624-13E0-FDF3FA736D6D}"/>
              </a:ext>
            </a:extLst>
          </p:cNvPr>
          <p:cNvPicPr>
            <a:picLocks noGrp="1" noChangeAspect="1"/>
          </p:cNvPicPr>
          <p:nvPr>
            <p:ph idx="1"/>
          </p:nvPr>
        </p:nvPicPr>
        <p:blipFill>
          <a:blip r:embed="rId3"/>
          <a:stretch>
            <a:fillRect/>
          </a:stretch>
        </p:blipFill>
        <p:spPr>
          <a:xfrm>
            <a:off x="577850" y="1242697"/>
            <a:ext cx="11068050" cy="4861557"/>
          </a:xfrm>
          <a:prstGeom prst="rect">
            <a:avLst/>
          </a:prstGeom>
        </p:spPr>
      </p:pic>
    </p:spTree>
    <p:extLst>
      <p:ext uri="{BB962C8B-B14F-4D97-AF65-F5344CB8AC3E}">
        <p14:creationId xmlns:p14="http://schemas.microsoft.com/office/powerpoint/2010/main" val="826592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p:cNvSpPr>
            <a:spLocks noChangeArrowheads="1"/>
          </p:cNvSpPr>
          <p:nvPr/>
        </p:nvSpPr>
        <p:spPr bwMode="auto">
          <a:xfrm>
            <a:off x="5909733" y="304800"/>
            <a:ext cx="39571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en-US" b="1">
                <a:solidFill>
                  <a:srgbClr val="FFFFFF"/>
                </a:solidFill>
              </a:rPr>
              <a:t>CHÍNH PHỦ KHÔNG GIẤY TỜ- eCABINET</a:t>
            </a:r>
          </a:p>
        </p:txBody>
      </p:sp>
      <p:sp>
        <p:nvSpPr>
          <p:cNvPr id="56" name="Title 1">
            <a:extLst>
              <a:ext uri="{FF2B5EF4-FFF2-40B4-BE49-F238E27FC236}">
                <a16:creationId xmlns:a16="http://schemas.microsoft.com/office/drawing/2014/main" id="{C455E54C-3E8F-459C-9182-D616644E4BCF}"/>
              </a:ext>
            </a:extLst>
          </p:cNvPr>
          <p:cNvSpPr>
            <a:spLocks noGrp="1"/>
          </p:cNvSpPr>
          <p:nvPr>
            <p:ph type="title"/>
          </p:nvPr>
        </p:nvSpPr>
        <p:spPr>
          <a:xfrm>
            <a:off x="578223" y="279867"/>
            <a:ext cx="11066930" cy="605631"/>
          </a:xfrm>
        </p:spPr>
        <p:txBody>
          <a:bodyPr/>
          <a:lstStyle/>
          <a:p>
            <a:r>
              <a:rPr lang="en-US" dirty="0" err="1">
                <a:latin typeface="Times New Roman" pitchFamily="18" charset="0"/>
                <a:cs typeface="Times New Roman" pitchFamily="18" charset="0"/>
              </a:rPr>
              <a:t>Một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trình</a:t>
            </a:r>
            <a:endParaRPr lang="en-US"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95081BBE-7CBC-A9D5-6A7B-36A43738DB13}"/>
              </a:ext>
            </a:extLst>
          </p:cNvPr>
          <p:cNvPicPr>
            <a:picLocks noChangeAspect="1"/>
          </p:cNvPicPr>
          <p:nvPr/>
        </p:nvPicPr>
        <p:blipFill>
          <a:blip r:embed="rId3"/>
          <a:stretch>
            <a:fillRect/>
          </a:stretch>
        </p:blipFill>
        <p:spPr>
          <a:xfrm>
            <a:off x="237506" y="1091787"/>
            <a:ext cx="11716987" cy="5069969"/>
          </a:xfrm>
          <a:prstGeom prst="rect">
            <a:avLst/>
          </a:prstGeom>
        </p:spPr>
      </p:pic>
    </p:spTree>
    <p:extLst>
      <p:ext uri="{BB962C8B-B14F-4D97-AF65-F5344CB8AC3E}">
        <p14:creationId xmlns:p14="http://schemas.microsoft.com/office/powerpoint/2010/main" val="2487938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p:cNvSpPr>
            <a:spLocks noChangeArrowheads="1"/>
          </p:cNvSpPr>
          <p:nvPr/>
        </p:nvSpPr>
        <p:spPr bwMode="auto">
          <a:xfrm>
            <a:off x="5909733" y="304800"/>
            <a:ext cx="39571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en-US" b="1">
                <a:solidFill>
                  <a:srgbClr val="FFFFFF"/>
                </a:solidFill>
              </a:rPr>
              <a:t>CHÍNH PHỦ KHÔNG GIẤY TỜ- eCABINET</a:t>
            </a:r>
          </a:p>
        </p:txBody>
      </p:sp>
      <p:sp>
        <p:nvSpPr>
          <p:cNvPr id="56" name="Title 1">
            <a:extLst>
              <a:ext uri="{FF2B5EF4-FFF2-40B4-BE49-F238E27FC236}">
                <a16:creationId xmlns:a16="http://schemas.microsoft.com/office/drawing/2014/main" id="{C455E54C-3E8F-459C-9182-D616644E4BCF}"/>
              </a:ext>
            </a:extLst>
          </p:cNvPr>
          <p:cNvSpPr>
            <a:spLocks noGrp="1"/>
          </p:cNvSpPr>
          <p:nvPr>
            <p:ph type="title"/>
          </p:nvPr>
        </p:nvSpPr>
        <p:spPr>
          <a:xfrm>
            <a:off x="578223" y="279867"/>
            <a:ext cx="11066930" cy="605631"/>
          </a:xfrm>
        </p:spPr>
        <p:txBody>
          <a:bodyPr/>
          <a:lstStyle/>
          <a:p>
            <a:r>
              <a:rPr lang="en-US" dirty="0" err="1">
                <a:latin typeface="Times New Roman" pitchFamily="18" charset="0"/>
                <a:cs typeface="Times New Roman" pitchFamily="18" charset="0"/>
              </a:rPr>
              <a:t>Một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trình</a:t>
            </a:r>
            <a:endParaRPr lang="en-US" dirty="0">
              <a:latin typeface="Times New Roman" pitchFamily="18" charset="0"/>
              <a:cs typeface="Times New Roman" pitchFamily="18" charset="0"/>
            </a:endParaRPr>
          </a:p>
        </p:txBody>
      </p:sp>
      <p:pic>
        <p:nvPicPr>
          <p:cNvPr id="2" name="Picture 1">
            <a:extLst>
              <a:ext uri="{FF2B5EF4-FFF2-40B4-BE49-F238E27FC236}">
                <a16:creationId xmlns:a16="http://schemas.microsoft.com/office/drawing/2014/main" id="{FABD8901-5D7E-44DD-8C78-00417175981F}"/>
              </a:ext>
            </a:extLst>
          </p:cNvPr>
          <p:cNvPicPr>
            <a:picLocks noChangeAspect="1"/>
          </p:cNvPicPr>
          <p:nvPr/>
        </p:nvPicPr>
        <p:blipFill>
          <a:blip r:embed="rId3"/>
          <a:stretch>
            <a:fillRect/>
          </a:stretch>
        </p:blipFill>
        <p:spPr>
          <a:xfrm>
            <a:off x="2103120" y="1083667"/>
            <a:ext cx="7985760" cy="4690666"/>
          </a:xfrm>
          <a:prstGeom prst="rect">
            <a:avLst/>
          </a:prstGeom>
        </p:spPr>
      </p:pic>
    </p:spTree>
    <p:extLst>
      <p:ext uri="{BB962C8B-B14F-4D97-AF65-F5344CB8AC3E}">
        <p14:creationId xmlns:p14="http://schemas.microsoft.com/office/powerpoint/2010/main" val="22284565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p:cNvSpPr>
            <a:spLocks noChangeArrowheads="1"/>
          </p:cNvSpPr>
          <p:nvPr/>
        </p:nvSpPr>
        <p:spPr bwMode="auto">
          <a:xfrm>
            <a:off x="5909733" y="304800"/>
            <a:ext cx="39571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en-US" b="1">
                <a:solidFill>
                  <a:srgbClr val="FFFFFF"/>
                </a:solidFill>
              </a:rPr>
              <a:t>CHÍNH PHỦ KHÔNG GIẤY TỜ- eCABINET</a:t>
            </a:r>
          </a:p>
        </p:txBody>
      </p:sp>
      <p:sp>
        <p:nvSpPr>
          <p:cNvPr id="56" name="Title 1">
            <a:extLst>
              <a:ext uri="{FF2B5EF4-FFF2-40B4-BE49-F238E27FC236}">
                <a16:creationId xmlns:a16="http://schemas.microsoft.com/office/drawing/2014/main" id="{C455E54C-3E8F-459C-9182-D616644E4BCF}"/>
              </a:ext>
            </a:extLst>
          </p:cNvPr>
          <p:cNvSpPr>
            <a:spLocks noGrp="1"/>
          </p:cNvSpPr>
          <p:nvPr>
            <p:ph type="title"/>
          </p:nvPr>
        </p:nvSpPr>
        <p:spPr>
          <a:xfrm>
            <a:off x="578223" y="279867"/>
            <a:ext cx="11066930" cy="605631"/>
          </a:xfrm>
        </p:spPr>
        <p:txBody>
          <a:bodyPr/>
          <a:lstStyle/>
          <a:p>
            <a:r>
              <a:rPr lang="en-US" dirty="0" err="1">
                <a:latin typeface="Times New Roman" pitchFamily="18" charset="0"/>
                <a:cs typeface="Times New Roman" pitchFamily="18" charset="0"/>
              </a:rPr>
              <a:t>Một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trình</a:t>
            </a:r>
            <a:endParaRPr lang="en-US"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3DB1C57A-B9F3-1190-F9EE-2933A907D19D}"/>
              </a:ext>
            </a:extLst>
          </p:cNvPr>
          <p:cNvPicPr>
            <a:picLocks noChangeAspect="1"/>
          </p:cNvPicPr>
          <p:nvPr/>
        </p:nvPicPr>
        <p:blipFill>
          <a:blip r:embed="rId3"/>
          <a:stretch>
            <a:fillRect/>
          </a:stretch>
        </p:blipFill>
        <p:spPr>
          <a:xfrm>
            <a:off x="578223" y="1100137"/>
            <a:ext cx="6629400" cy="4657725"/>
          </a:xfrm>
          <a:prstGeom prst="rect">
            <a:avLst/>
          </a:prstGeom>
        </p:spPr>
      </p:pic>
      <p:pic>
        <p:nvPicPr>
          <p:cNvPr id="6" name="Picture 5">
            <a:extLst>
              <a:ext uri="{FF2B5EF4-FFF2-40B4-BE49-F238E27FC236}">
                <a16:creationId xmlns:a16="http://schemas.microsoft.com/office/drawing/2014/main" id="{6C23A283-CCF3-789E-F108-0E3AF46A74AF}"/>
              </a:ext>
            </a:extLst>
          </p:cNvPr>
          <p:cNvPicPr>
            <a:picLocks noChangeAspect="1"/>
          </p:cNvPicPr>
          <p:nvPr/>
        </p:nvPicPr>
        <p:blipFill>
          <a:blip r:embed="rId4"/>
          <a:stretch>
            <a:fillRect/>
          </a:stretch>
        </p:blipFill>
        <p:spPr>
          <a:xfrm>
            <a:off x="5652655" y="2431398"/>
            <a:ext cx="6432528" cy="3541103"/>
          </a:xfrm>
          <a:prstGeom prst="rect">
            <a:avLst/>
          </a:prstGeom>
        </p:spPr>
      </p:pic>
    </p:spTree>
    <p:extLst>
      <p:ext uri="{BB962C8B-B14F-4D97-AF65-F5344CB8AC3E}">
        <p14:creationId xmlns:p14="http://schemas.microsoft.com/office/powerpoint/2010/main" val="107990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a:spLocks noChangeArrowheads="1"/>
          </p:cNvSpPr>
          <p:nvPr/>
        </p:nvSpPr>
        <p:spPr bwMode="auto">
          <a:xfrm>
            <a:off x="6457951" y="304800"/>
            <a:ext cx="3401380" cy="369332"/>
          </a:xfrm>
          <a:prstGeom prst="rect">
            <a:avLst/>
          </a:prstGeom>
          <a:noFill/>
          <a:ln>
            <a:noFill/>
          </a:ln>
        </p:spPr>
        <p:txBody>
          <a:bodyPr wrap="none">
            <a:spAutoFit/>
          </a:bodyPr>
          <a:lstStyle/>
          <a:p>
            <a:pPr eaLnBrk="1" hangingPunct="1">
              <a:defRPr/>
            </a:pPr>
            <a:r>
              <a:rPr lang="en-US" b="1" dirty="0">
                <a:solidFill>
                  <a:schemeClr val="bg1"/>
                </a:solidFill>
                <a:latin typeface="+mj-lt"/>
              </a:rPr>
              <a:t>HIỆN TRẠNG VÀ NHU CẦU THỰC TẾ</a:t>
            </a:r>
          </a:p>
        </p:txBody>
      </p:sp>
      <p:sp>
        <p:nvSpPr>
          <p:cNvPr id="9" name="Title 1">
            <a:extLst>
              <a:ext uri="{FF2B5EF4-FFF2-40B4-BE49-F238E27FC236}">
                <a16:creationId xmlns:a16="http://schemas.microsoft.com/office/drawing/2014/main" id="{C455E54C-3E8F-459C-9182-D616644E4BCF}"/>
              </a:ext>
            </a:extLst>
          </p:cNvPr>
          <p:cNvSpPr>
            <a:spLocks noGrp="1"/>
          </p:cNvSpPr>
          <p:nvPr>
            <p:ph type="title"/>
          </p:nvPr>
        </p:nvSpPr>
        <p:spPr>
          <a:xfrm>
            <a:off x="578223" y="279867"/>
            <a:ext cx="11066930" cy="605631"/>
          </a:xfrm>
        </p:spPr>
        <p:txBody>
          <a:bodyPr/>
          <a:lstStyle/>
          <a:p>
            <a:r>
              <a:rPr lang="en-US" dirty="0">
                <a:latin typeface="Times New Roman" panose="02020603050405020304" pitchFamily="18" charset="0"/>
                <a:cs typeface="Times New Roman" pitchFamily="18" charset="0"/>
              </a:rPr>
              <a:t>CÁC YÊU CẦU CẦN THIẾT ĐỂ TRIỂN KHAI</a:t>
            </a:r>
          </a:p>
        </p:txBody>
      </p:sp>
      <p:sp>
        <p:nvSpPr>
          <p:cNvPr id="10" name="Rounded Rectangle 50">
            <a:extLst>
              <a:ext uri="{FF2B5EF4-FFF2-40B4-BE49-F238E27FC236}">
                <a16:creationId xmlns:a16="http://schemas.microsoft.com/office/drawing/2014/main" id="{62FE2A4D-2A2B-4331-95FB-C06EA7F571E8}"/>
              </a:ext>
            </a:extLst>
          </p:cNvPr>
          <p:cNvSpPr/>
          <p:nvPr/>
        </p:nvSpPr>
        <p:spPr>
          <a:xfrm>
            <a:off x="125319" y="1174126"/>
            <a:ext cx="11841891" cy="460364"/>
          </a:xfrm>
          <a:prstGeom prst="roundRect">
            <a:avLst/>
          </a:prstGeom>
          <a:solidFill>
            <a:srgbClr val="5359A6"/>
          </a:solidFill>
          <a:ln>
            <a:solidFill>
              <a:srgbClr val="73CA9B"/>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609585">
              <a:defRPr/>
            </a:pPr>
            <a:r>
              <a:rPr lang="en-US" sz="2000" dirty="0" err="1">
                <a:solidFill>
                  <a:schemeClr val="bg1"/>
                </a:solidFill>
                <a:latin typeface="Times New Roman" panose="02020603050405020304" pitchFamily="18" charset="0"/>
                <a:ea typeface="Arial Regular" charset="0"/>
                <a:cs typeface="Times New Roman" panose="02020603050405020304" pitchFamily="18" charset="0"/>
              </a:rPr>
              <a:t>Dữ</a:t>
            </a:r>
            <a:r>
              <a:rPr lang="en-US" sz="2000" dirty="0">
                <a:solidFill>
                  <a:schemeClr val="bg1"/>
                </a:solidFill>
                <a:latin typeface="Times New Roman" panose="02020603050405020304" pitchFamily="18" charset="0"/>
                <a:ea typeface="Arial Regular" charset="0"/>
                <a:cs typeface="Times New Roman" panose="02020603050405020304" pitchFamily="18" charset="0"/>
              </a:rPr>
              <a:t> </a:t>
            </a:r>
            <a:r>
              <a:rPr lang="en-US" sz="2000" dirty="0" err="1">
                <a:solidFill>
                  <a:schemeClr val="bg1"/>
                </a:solidFill>
                <a:latin typeface="Times New Roman" panose="02020603050405020304" pitchFamily="18" charset="0"/>
                <a:ea typeface="Arial Regular" charset="0"/>
                <a:cs typeface="Times New Roman" panose="02020603050405020304" pitchFamily="18" charset="0"/>
              </a:rPr>
              <a:t>liệu</a:t>
            </a:r>
            <a:r>
              <a:rPr lang="en-US" sz="2000" dirty="0">
                <a:solidFill>
                  <a:schemeClr val="bg1"/>
                </a:solidFill>
                <a:latin typeface="Times New Roman" panose="02020603050405020304" pitchFamily="18" charset="0"/>
                <a:ea typeface="Arial Regular" charset="0"/>
                <a:cs typeface="Times New Roman" panose="02020603050405020304" pitchFamily="18" charset="0"/>
              </a:rPr>
              <a:t> </a:t>
            </a:r>
            <a:r>
              <a:rPr lang="en-US" sz="2000" dirty="0" err="1">
                <a:solidFill>
                  <a:schemeClr val="bg1"/>
                </a:solidFill>
                <a:latin typeface="Times New Roman" panose="02020603050405020304" pitchFamily="18" charset="0"/>
                <a:ea typeface="Arial Regular" charset="0"/>
                <a:cs typeface="Times New Roman" panose="02020603050405020304" pitchFamily="18" charset="0"/>
              </a:rPr>
              <a:t>đầu</a:t>
            </a:r>
            <a:r>
              <a:rPr lang="en-US" sz="2000" dirty="0">
                <a:solidFill>
                  <a:schemeClr val="bg1"/>
                </a:solidFill>
                <a:latin typeface="Times New Roman" panose="02020603050405020304" pitchFamily="18" charset="0"/>
                <a:ea typeface="Arial Regular" charset="0"/>
                <a:cs typeface="Times New Roman" panose="02020603050405020304" pitchFamily="18" charset="0"/>
              </a:rPr>
              <a:t> </a:t>
            </a:r>
            <a:r>
              <a:rPr lang="en-US" sz="2000" dirty="0" err="1">
                <a:solidFill>
                  <a:schemeClr val="bg1"/>
                </a:solidFill>
                <a:latin typeface="Times New Roman" panose="02020603050405020304" pitchFamily="18" charset="0"/>
                <a:ea typeface="Arial Regular" charset="0"/>
                <a:cs typeface="Times New Roman" panose="02020603050405020304" pitchFamily="18" charset="0"/>
              </a:rPr>
              <a:t>vào</a:t>
            </a:r>
            <a:endParaRPr lang="vi-VN" sz="2000" dirty="0">
              <a:solidFill>
                <a:schemeClr val="bg1"/>
              </a:solidFill>
              <a:latin typeface="Times New Roman" panose="02020603050405020304" pitchFamily="18" charset="0"/>
              <a:ea typeface="Arial Regular" charset="0"/>
              <a:cs typeface="Times New Roman" panose="02020603050405020304" pitchFamily="18" charset="0"/>
            </a:endParaRPr>
          </a:p>
        </p:txBody>
      </p:sp>
      <p:sp>
        <p:nvSpPr>
          <p:cNvPr id="3" name="Rectangle 2">
            <a:extLst>
              <a:ext uri="{FF2B5EF4-FFF2-40B4-BE49-F238E27FC236}">
                <a16:creationId xmlns:a16="http://schemas.microsoft.com/office/drawing/2014/main" id="{EC6735D2-5632-4AEA-947F-9708EE7EB7C8}"/>
              </a:ext>
            </a:extLst>
          </p:cNvPr>
          <p:cNvSpPr/>
          <p:nvPr/>
        </p:nvSpPr>
        <p:spPr>
          <a:xfrm>
            <a:off x="315332" y="1923118"/>
            <a:ext cx="7137027" cy="3730317"/>
          </a:xfrm>
          <a:prstGeom prst="rect">
            <a:avLst/>
          </a:prstGeom>
        </p:spPr>
        <p:txBody>
          <a:bodyPr wrap="square">
            <a:spAutoFit/>
          </a:bodyPr>
          <a:lstStyle/>
          <a:p>
            <a:pPr>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Danh</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sách</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Phường</a:t>
            </a: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pPr>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Danh</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sách</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Tổ</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thuộc</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phường</a:t>
            </a: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pPr>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Danh</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sách</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Tuyến</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đường</a:t>
            </a: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pPr>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Bảng</a:t>
            </a:r>
            <a:r>
              <a:rPr lang="en-US" sz="2000" dirty="0">
                <a:latin typeface="Times New Roman" panose="02020603050405020304" pitchFamily="18" charset="0"/>
                <a:ea typeface="Tahoma" panose="020B0604030504040204" pitchFamily="34" charset="0"/>
                <a:cs typeface="Times New Roman" panose="02020603050405020304" pitchFamily="18" charset="0"/>
              </a:rPr>
              <a:t> map </a:t>
            </a:r>
            <a:r>
              <a:rPr lang="en-US" sz="2000" dirty="0" err="1">
                <a:latin typeface="Times New Roman" panose="02020603050405020304" pitchFamily="18" charset="0"/>
                <a:ea typeface="Tahoma" panose="020B0604030504040204" pitchFamily="34" charset="0"/>
                <a:cs typeface="Times New Roman" panose="02020603050405020304" pitchFamily="18" charset="0"/>
              </a:rPr>
              <a:t>Tuyến</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đường</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đi</a:t>
            </a:r>
            <a:r>
              <a:rPr lang="en-US" sz="2000" dirty="0">
                <a:latin typeface="Times New Roman" panose="02020603050405020304" pitchFamily="18" charset="0"/>
                <a:ea typeface="Tahoma" panose="020B0604030504040204" pitchFamily="34" charset="0"/>
                <a:cs typeface="Times New Roman" panose="02020603050405020304" pitchFamily="18" charset="0"/>
              </a:rPr>
              <a:t> qua </a:t>
            </a:r>
            <a:r>
              <a:rPr lang="en-US" sz="2000" dirty="0" err="1">
                <a:latin typeface="Times New Roman" panose="02020603050405020304" pitchFamily="18" charset="0"/>
                <a:ea typeface="Tahoma" panose="020B0604030504040204" pitchFamily="34" charset="0"/>
                <a:cs typeface="Times New Roman" panose="02020603050405020304" pitchFamily="18" charset="0"/>
              </a:rPr>
              <a:t>phường</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nào</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hoặc</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tổ</a:t>
            </a:r>
            <a:r>
              <a:rPr lang="en-US" sz="2000" dirty="0">
                <a:latin typeface="Times New Roman" panose="02020603050405020304" pitchFamily="18" charset="0"/>
                <a:ea typeface="Tahoma" panose="020B0604030504040204" pitchFamily="34" charset="0"/>
                <a:cs typeface="Times New Roman" panose="02020603050405020304" pitchFamily="18" charset="0"/>
              </a:rPr>
              <a:t>)</a:t>
            </a:r>
          </a:p>
          <a:p>
            <a:pPr>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Danh</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sách</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Loại</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khách</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hàng</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Hộ</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Dân</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Doanh</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nghiệp</a:t>
            </a:r>
            <a:r>
              <a:rPr lang="en-US" sz="2000" dirty="0">
                <a:latin typeface="Times New Roman" panose="02020603050405020304" pitchFamily="18" charset="0"/>
                <a:ea typeface="Tahoma" panose="020B0604030504040204" pitchFamily="34" charset="0"/>
                <a:cs typeface="Times New Roman" panose="02020603050405020304" pitchFamily="18" charset="0"/>
              </a:rPr>
              <a:t>)</a:t>
            </a:r>
          </a:p>
          <a:p>
            <a:pPr>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Danh</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sách</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Nhóm</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khách</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hàng</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thuộc</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từng</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loại</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khách</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hàng</a:t>
            </a: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pPr>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Danh</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sách</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các</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mức</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giá</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tương</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ứng</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từng</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nhóm</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khách</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hàng</a:t>
            </a: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pPr>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Danh</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sách</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nhân</a:t>
            </a:r>
            <a:r>
              <a:rPr 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latin typeface="Times New Roman" panose="02020603050405020304" pitchFamily="18" charset="0"/>
                <a:ea typeface="Tahoma" panose="020B0604030504040204" pitchFamily="34" charset="0"/>
                <a:cs typeface="Times New Roman" panose="02020603050405020304" pitchFamily="18" charset="0"/>
              </a:rPr>
              <a:t>viên</a:t>
            </a: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3074" name="Picture 2" descr="How to Import Data From Excel file to Database in Asp.net with C# ...">
            <a:extLst>
              <a:ext uri="{FF2B5EF4-FFF2-40B4-BE49-F238E27FC236}">
                <a16:creationId xmlns:a16="http://schemas.microsoft.com/office/drawing/2014/main" id="{1674AC35-2275-4913-BCDD-7A6F82B2BF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3948" y="1828801"/>
            <a:ext cx="3361205" cy="3424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88472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a:spLocks noChangeArrowheads="1"/>
          </p:cNvSpPr>
          <p:nvPr/>
        </p:nvSpPr>
        <p:spPr bwMode="auto">
          <a:xfrm>
            <a:off x="6457951" y="304800"/>
            <a:ext cx="3401380" cy="369332"/>
          </a:xfrm>
          <a:prstGeom prst="rect">
            <a:avLst/>
          </a:prstGeom>
          <a:noFill/>
          <a:ln>
            <a:noFill/>
          </a:ln>
        </p:spPr>
        <p:txBody>
          <a:bodyPr wrap="none">
            <a:spAutoFit/>
          </a:bodyPr>
          <a:lstStyle/>
          <a:p>
            <a:pPr eaLnBrk="1" hangingPunct="1">
              <a:defRPr/>
            </a:pPr>
            <a:r>
              <a:rPr lang="en-US" b="1" dirty="0">
                <a:solidFill>
                  <a:schemeClr val="bg1"/>
                </a:solidFill>
                <a:latin typeface="+mj-lt"/>
              </a:rPr>
              <a:t>HIỆN TRẠNG VÀ NHU CẦU THỰC TẾ</a:t>
            </a:r>
          </a:p>
        </p:txBody>
      </p:sp>
      <p:sp>
        <p:nvSpPr>
          <p:cNvPr id="9" name="Title 1">
            <a:extLst>
              <a:ext uri="{FF2B5EF4-FFF2-40B4-BE49-F238E27FC236}">
                <a16:creationId xmlns:a16="http://schemas.microsoft.com/office/drawing/2014/main" id="{C455E54C-3E8F-459C-9182-D616644E4BCF}"/>
              </a:ext>
            </a:extLst>
          </p:cNvPr>
          <p:cNvSpPr>
            <a:spLocks noGrp="1"/>
          </p:cNvSpPr>
          <p:nvPr>
            <p:ph type="title"/>
          </p:nvPr>
        </p:nvSpPr>
        <p:spPr>
          <a:xfrm>
            <a:off x="578223" y="279867"/>
            <a:ext cx="11066930" cy="605631"/>
          </a:xfrm>
        </p:spPr>
        <p:txBody>
          <a:bodyPr/>
          <a:lstStyle/>
          <a:p>
            <a:r>
              <a:rPr lang="en-US" dirty="0">
                <a:latin typeface="Times New Roman" panose="02020603050405020304" pitchFamily="18" charset="0"/>
                <a:cs typeface="Times New Roman" pitchFamily="18" charset="0"/>
              </a:rPr>
              <a:t>CÁC YÊU CẦU CẦN THIẾT ĐỂ TRIỂN KHAI</a:t>
            </a:r>
          </a:p>
        </p:txBody>
      </p:sp>
      <p:sp>
        <p:nvSpPr>
          <p:cNvPr id="3" name="Rectangle 2">
            <a:extLst>
              <a:ext uri="{FF2B5EF4-FFF2-40B4-BE49-F238E27FC236}">
                <a16:creationId xmlns:a16="http://schemas.microsoft.com/office/drawing/2014/main" id="{EC6735D2-5632-4AEA-947F-9708EE7EB7C8}"/>
              </a:ext>
            </a:extLst>
          </p:cNvPr>
          <p:cNvSpPr/>
          <p:nvPr/>
        </p:nvSpPr>
        <p:spPr>
          <a:xfrm>
            <a:off x="429632" y="1791144"/>
            <a:ext cx="7137027" cy="498663"/>
          </a:xfrm>
          <a:prstGeom prst="rect">
            <a:avLst/>
          </a:prstGeom>
        </p:spPr>
        <p:txBody>
          <a:bodyPr wrap="square">
            <a:spAutoFit/>
          </a:bodyPr>
          <a:lstStyle/>
          <a:p>
            <a:pPr>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 Mobile App:</a:t>
            </a:r>
          </a:p>
        </p:txBody>
      </p:sp>
      <p:sp>
        <p:nvSpPr>
          <p:cNvPr id="8" name="Rounded Rectangle 42">
            <a:extLst>
              <a:ext uri="{FF2B5EF4-FFF2-40B4-BE49-F238E27FC236}">
                <a16:creationId xmlns:a16="http://schemas.microsoft.com/office/drawing/2014/main" id="{1EE89ABC-CA5E-4982-9D7F-57A366053795}"/>
              </a:ext>
            </a:extLst>
          </p:cNvPr>
          <p:cNvSpPr/>
          <p:nvPr/>
        </p:nvSpPr>
        <p:spPr>
          <a:xfrm>
            <a:off x="315332" y="1164573"/>
            <a:ext cx="11561336" cy="446334"/>
          </a:xfrm>
          <a:prstGeom prst="roundRect">
            <a:avLst/>
          </a:prstGeom>
          <a:solidFill>
            <a:srgbClr val="5C9EBC"/>
          </a:solidFill>
          <a:ln>
            <a:solidFill>
              <a:srgbClr val="73CA9B"/>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r>
              <a:rPr lang="en-US" sz="2200" dirty="0" err="1">
                <a:latin typeface="Times New Roman" panose="02020603050405020304" pitchFamily="18" charset="0"/>
                <a:cs typeface="Times New Roman" panose="02020603050405020304" pitchFamily="18" charset="0"/>
              </a:rPr>
              <a:t>Thiết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bị</a:t>
            </a:r>
            <a:endParaRPr lang="en-US" sz="2200" dirty="0">
              <a:latin typeface="Times New Roman" panose="02020603050405020304" pitchFamily="18" charset="0"/>
              <a:cs typeface="Times New Roman" panose="02020603050405020304" pitchFamily="18" charset="0"/>
            </a:endParaRPr>
          </a:p>
        </p:txBody>
      </p:sp>
      <p:pic>
        <p:nvPicPr>
          <p:cNvPr id="4108" name="Picture 12" descr="Brand New: New Logo and Identity for Android by Huge">
            <a:extLst>
              <a:ext uri="{FF2B5EF4-FFF2-40B4-BE49-F238E27FC236}">
                <a16:creationId xmlns:a16="http://schemas.microsoft.com/office/drawing/2014/main" id="{C8B2D340-CC32-4EA8-8864-7D6B1F35C5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8330" y="2470044"/>
            <a:ext cx="8429069" cy="3506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39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a:spLocks noChangeArrowheads="1"/>
          </p:cNvSpPr>
          <p:nvPr/>
        </p:nvSpPr>
        <p:spPr bwMode="auto">
          <a:xfrm>
            <a:off x="6457951" y="304800"/>
            <a:ext cx="3401380" cy="369332"/>
          </a:xfrm>
          <a:prstGeom prst="rect">
            <a:avLst/>
          </a:prstGeom>
          <a:noFill/>
          <a:ln>
            <a:noFill/>
          </a:ln>
        </p:spPr>
        <p:txBody>
          <a:bodyPr wrap="none">
            <a:spAutoFit/>
          </a:bodyPr>
          <a:lstStyle/>
          <a:p>
            <a:pPr eaLnBrk="1" hangingPunct="1">
              <a:defRPr/>
            </a:pPr>
            <a:r>
              <a:rPr lang="en-US" b="1" dirty="0">
                <a:solidFill>
                  <a:schemeClr val="bg1"/>
                </a:solidFill>
                <a:latin typeface="+mj-lt"/>
              </a:rPr>
              <a:t>HIỆN TRẠNG VÀ NHU CẦU THỰC TẾ</a:t>
            </a:r>
          </a:p>
        </p:txBody>
      </p:sp>
      <p:sp>
        <p:nvSpPr>
          <p:cNvPr id="9" name="Title 1">
            <a:extLst>
              <a:ext uri="{FF2B5EF4-FFF2-40B4-BE49-F238E27FC236}">
                <a16:creationId xmlns:a16="http://schemas.microsoft.com/office/drawing/2014/main" id="{C455E54C-3E8F-459C-9182-D616644E4BCF}"/>
              </a:ext>
            </a:extLst>
          </p:cNvPr>
          <p:cNvSpPr>
            <a:spLocks noGrp="1"/>
          </p:cNvSpPr>
          <p:nvPr>
            <p:ph type="title"/>
          </p:nvPr>
        </p:nvSpPr>
        <p:spPr>
          <a:xfrm>
            <a:off x="578223" y="279867"/>
            <a:ext cx="11066930" cy="605631"/>
          </a:xfrm>
        </p:spPr>
        <p:txBody>
          <a:bodyPr/>
          <a:lstStyle/>
          <a:p>
            <a:r>
              <a:rPr lang="en-US">
                <a:latin typeface="Times New Roman" panose="02020603050405020304" pitchFamily="18" charset="0"/>
                <a:cs typeface="Times New Roman" pitchFamily="18" charset="0"/>
              </a:rPr>
              <a:t>MỘT SỐ HÌNH ẢNH ỨNG DỤNG THU PHÍ</a:t>
            </a:r>
            <a:endParaRPr lang="en-US" dirty="0">
              <a:latin typeface="Times New Roman" panose="02020603050405020304" pitchFamily="18" charset="0"/>
              <a:cs typeface="Times New Roman" pitchFamily="18" charset="0"/>
            </a:endParaRPr>
          </a:p>
        </p:txBody>
      </p:sp>
      <p:pic>
        <p:nvPicPr>
          <p:cNvPr id="5" name="Picture 4">
            <a:extLst>
              <a:ext uri="{FF2B5EF4-FFF2-40B4-BE49-F238E27FC236}">
                <a16:creationId xmlns:a16="http://schemas.microsoft.com/office/drawing/2014/main" id="{AE89D169-0EBB-3692-37E8-DC92ACA06304}"/>
              </a:ext>
            </a:extLst>
          </p:cNvPr>
          <p:cNvPicPr>
            <a:picLocks noChangeAspect="1"/>
          </p:cNvPicPr>
          <p:nvPr/>
        </p:nvPicPr>
        <p:blipFill>
          <a:blip r:embed="rId3"/>
          <a:stretch>
            <a:fillRect/>
          </a:stretch>
        </p:blipFill>
        <p:spPr>
          <a:xfrm>
            <a:off x="806890" y="1009403"/>
            <a:ext cx="2374165" cy="5142015"/>
          </a:xfrm>
          <a:prstGeom prst="rect">
            <a:avLst/>
          </a:prstGeom>
        </p:spPr>
      </p:pic>
      <p:pic>
        <p:nvPicPr>
          <p:cNvPr id="16" name="Picture 15">
            <a:extLst>
              <a:ext uri="{FF2B5EF4-FFF2-40B4-BE49-F238E27FC236}">
                <a16:creationId xmlns:a16="http://schemas.microsoft.com/office/drawing/2014/main" id="{AF6BC98D-7DAF-DA12-2905-10734D5EE0CC}"/>
              </a:ext>
            </a:extLst>
          </p:cNvPr>
          <p:cNvPicPr>
            <a:picLocks noChangeAspect="1"/>
          </p:cNvPicPr>
          <p:nvPr/>
        </p:nvPicPr>
        <p:blipFill>
          <a:blip r:embed="rId4"/>
          <a:stretch>
            <a:fillRect/>
          </a:stretch>
        </p:blipFill>
        <p:spPr>
          <a:xfrm>
            <a:off x="3548160" y="1009403"/>
            <a:ext cx="2374165" cy="5142015"/>
          </a:xfrm>
          <a:prstGeom prst="rect">
            <a:avLst/>
          </a:prstGeom>
        </p:spPr>
      </p:pic>
      <p:pic>
        <p:nvPicPr>
          <p:cNvPr id="18" name="Picture 17">
            <a:extLst>
              <a:ext uri="{FF2B5EF4-FFF2-40B4-BE49-F238E27FC236}">
                <a16:creationId xmlns:a16="http://schemas.microsoft.com/office/drawing/2014/main" id="{B4074D21-F35A-AC0C-5D52-23B3995D4D1B}"/>
              </a:ext>
            </a:extLst>
          </p:cNvPr>
          <p:cNvPicPr>
            <a:picLocks noChangeAspect="1"/>
          </p:cNvPicPr>
          <p:nvPr/>
        </p:nvPicPr>
        <p:blipFill>
          <a:blip r:embed="rId5"/>
          <a:stretch>
            <a:fillRect/>
          </a:stretch>
        </p:blipFill>
        <p:spPr>
          <a:xfrm>
            <a:off x="6350643" y="1009403"/>
            <a:ext cx="2374165" cy="5142015"/>
          </a:xfrm>
          <a:prstGeom prst="rect">
            <a:avLst/>
          </a:prstGeom>
        </p:spPr>
      </p:pic>
      <p:pic>
        <p:nvPicPr>
          <p:cNvPr id="20" name="Picture 19">
            <a:extLst>
              <a:ext uri="{FF2B5EF4-FFF2-40B4-BE49-F238E27FC236}">
                <a16:creationId xmlns:a16="http://schemas.microsoft.com/office/drawing/2014/main" id="{FB735376-429E-4848-AB3B-5311526F225F}"/>
              </a:ext>
            </a:extLst>
          </p:cNvPr>
          <p:cNvPicPr>
            <a:picLocks noChangeAspect="1"/>
          </p:cNvPicPr>
          <p:nvPr/>
        </p:nvPicPr>
        <p:blipFill>
          <a:blip r:embed="rId6"/>
          <a:stretch>
            <a:fillRect/>
          </a:stretch>
        </p:blipFill>
        <p:spPr>
          <a:xfrm>
            <a:off x="9153127" y="1009403"/>
            <a:ext cx="2374164" cy="5142015"/>
          </a:xfrm>
          <a:prstGeom prst="rect">
            <a:avLst/>
          </a:prstGeom>
        </p:spPr>
      </p:pic>
    </p:spTree>
    <p:extLst>
      <p:ext uri="{BB962C8B-B14F-4D97-AF65-F5344CB8AC3E}">
        <p14:creationId xmlns:p14="http://schemas.microsoft.com/office/powerpoint/2010/main" val="3357363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80F1D-AC38-46CC-63A2-0BCD1364AA5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C7C5841-7019-2170-63E4-ECAD1E395EF6}"/>
              </a:ext>
            </a:extLst>
          </p:cNvPr>
          <p:cNvSpPr>
            <a:spLocks noChangeArrowheads="1"/>
          </p:cNvSpPr>
          <p:nvPr/>
        </p:nvSpPr>
        <p:spPr bwMode="auto">
          <a:xfrm>
            <a:off x="6457951" y="304800"/>
            <a:ext cx="3401380" cy="369332"/>
          </a:xfrm>
          <a:prstGeom prst="rect">
            <a:avLst/>
          </a:prstGeom>
          <a:noFill/>
          <a:ln>
            <a:noFill/>
          </a:ln>
        </p:spPr>
        <p:txBody>
          <a:bodyPr wrap="none">
            <a:spAutoFit/>
          </a:bodyPr>
          <a:lstStyle/>
          <a:p>
            <a:pPr eaLnBrk="1" hangingPunct="1">
              <a:defRPr/>
            </a:pPr>
            <a:r>
              <a:rPr lang="en-US" b="1" dirty="0">
                <a:solidFill>
                  <a:schemeClr val="bg1"/>
                </a:solidFill>
                <a:latin typeface="+mj-lt"/>
              </a:rPr>
              <a:t>HIỆN TRẠNG VÀ NHU CẦU THỰC TẾ</a:t>
            </a:r>
          </a:p>
        </p:txBody>
      </p:sp>
      <p:sp>
        <p:nvSpPr>
          <p:cNvPr id="9" name="Title 1">
            <a:extLst>
              <a:ext uri="{FF2B5EF4-FFF2-40B4-BE49-F238E27FC236}">
                <a16:creationId xmlns:a16="http://schemas.microsoft.com/office/drawing/2014/main" id="{608272C1-62CD-6919-01F9-367C718B9C98}"/>
              </a:ext>
            </a:extLst>
          </p:cNvPr>
          <p:cNvSpPr>
            <a:spLocks noGrp="1"/>
          </p:cNvSpPr>
          <p:nvPr>
            <p:ph type="title"/>
          </p:nvPr>
        </p:nvSpPr>
        <p:spPr>
          <a:xfrm>
            <a:off x="578223" y="279867"/>
            <a:ext cx="11066930" cy="605631"/>
          </a:xfrm>
        </p:spPr>
        <p:txBody>
          <a:bodyPr/>
          <a:lstStyle/>
          <a:p>
            <a:r>
              <a:rPr lang="en-US">
                <a:latin typeface="Times New Roman" panose="02020603050405020304" pitchFamily="18" charset="0"/>
                <a:cs typeface="Times New Roman" pitchFamily="18" charset="0"/>
              </a:rPr>
              <a:t>MỘT SỐ HÌNH ẢNH ỨNG DỤNG THU PHÍ</a:t>
            </a:r>
            <a:endParaRPr lang="en-US" dirty="0">
              <a:latin typeface="Times New Roman" panose="02020603050405020304" pitchFamily="18" charset="0"/>
              <a:cs typeface="Times New Roman" pitchFamily="18" charset="0"/>
            </a:endParaRPr>
          </a:p>
        </p:txBody>
      </p:sp>
      <p:pic>
        <p:nvPicPr>
          <p:cNvPr id="3" name="Picture 2">
            <a:extLst>
              <a:ext uri="{FF2B5EF4-FFF2-40B4-BE49-F238E27FC236}">
                <a16:creationId xmlns:a16="http://schemas.microsoft.com/office/drawing/2014/main" id="{2F2BB8D4-3C9C-144E-0A5B-E99CB00568D8}"/>
              </a:ext>
            </a:extLst>
          </p:cNvPr>
          <p:cNvPicPr>
            <a:picLocks noChangeAspect="1"/>
          </p:cNvPicPr>
          <p:nvPr/>
        </p:nvPicPr>
        <p:blipFill>
          <a:blip r:embed="rId3"/>
          <a:stretch>
            <a:fillRect/>
          </a:stretch>
        </p:blipFill>
        <p:spPr>
          <a:xfrm>
            <a:off x="769475" y="1626884"/>
            <a:ext cx="2933701" cy="3911601"/>
          </a:xfrm>
          <a:prstGeom prst="rect">
            <a:avLst/>
          </a:prstGeom>
        </p:spPr>
      </p:pic>
      <p:pic>
        <p:nvPicPr>
          <p:cNvPr id="6" name="Picture 5">
            <a:extLst>
              <a:ext uri="{FF2B5EF4-FFF2-40B4-BE49-F238E27FC236}">
                <a16:creationId xmlns:a16="http://schemas.microsoft.com/office/drawing/2014/main" id="{92F5B08B-E49F-899B-3649-5351B6639F54}"/>
              </a:ext>
            </a:extLst>
          </p:cNvPr>
          <p:cNvPicPr>
            <a:picLocks noChangeAspect="1"/>
          </p:cNvPicPr>
          <p:nvPr/>
        </p:nvPicPr>
        <p:blipFill>
          <a:blip r:embed="rId4"/>
          <a:stretch>
            <a:fillRect/>
          </a:stretch>
        </p:blipFill>
        <p:spPr>
          <a:xfrm>
            <a:off x="4562462" y="1134319"/>
            <a:ext cx="2465191" cy="5330142"/>
          </a:xfrm>
          <a:prstGeom prst="rect">
            <a:avLst/>
          </a:prstGeom>
        </p:spPr>
      </p:pic>
      <p:pic>
        <p:nvPicPr>
          <p:cNvPr id="10" name="Picture 9">
            <a:extLst>
              <a:ext uri="{FF2B5EF4-FFF2-40B4-BE49-F238E27FC236}">
                <a16:creationId xmlns:a16="http://schemas.microsoft.com/office/drawing/2014/main" id="{02CA9313-4C38-01F6-619C-4D00464655A3}"/>
              </a:ext>
            </a:extLst>
          </p:cNvPr>
          <p:cNvPicPr>
            <a:picLocks noChangeAspect="1"/>
          </p:cNvPicPr>
          <p:nvPr/>
        </p:nvPicPr>
        <p:blipFill>
          <a:blip r:embed="rId5"/>
          <a:stretch>
            <a:fillRect/>
          </a:stretch>
        </p:blipFill>
        <p:spPr>
          <a:xfrm>
            <a:off x="7798200" y="1307938"/>
            <a:ext cx="3485427" cy="4647236"/>
          </a:xfrm>
          <a:prstGeom prst="rect">
            <a:avLst/>
          </a:prstGeom>
        </p:spPr>
      </p:pic>
    </p:spTree>
    <p:extLst>
      <p:ext uri="{BB962C8B-B14F-4D97-AF65-F5344CB8AC3E}">
        <p14:creationId xmlns:p14="http://schemas.microsoft.com/office/powerpoint/2010/main" val="380847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a:spLocks noChangeArrowheads="1"/>
          </p:cNvSpPr>
          <p:nvPr/>
        </p:nvSpPr>
        <p:spPr bwMode="auto">
          <a:xfrm>
            <a:off x="6457951" y="304800"/>
            <a:ext cx="3401380" cy="369332"/>
          </a:xfrm>
          <a:prstGeom prst="rect">
            <a:avLst/>
          </a:prstGeom>
          <a:noFill/>
          <a:ln>
            <a:noFill/>
          </a:ln>
        </p:spPr>
        <p:txBody>
          <a:bodyPr wrap="none">
            <a:spAutoFit/>
          </a:bodyPr>
          <a:lstStyle/>
          <a:p>
            <a:pPr eaLnBrk="1" hangingPunct="1">
              <a:defRPr/>
            </a:pPr>
            <a:r>
              <a:rPr lang="en-US" b="1" dirty="0">
                <a:solidFill>
                  <a:schemeClr val="bg1"/>
                </a:solidFill>
                <a:latin typeface="+mj-lt"/>
              </a:rPr>
              <a:t>HIỆN TRẠNG VÀ NHU CẦU THỰC TẾ</a:t>
            </a:r>
          </a:p>
        </p:txBody>
      </p:sp>
      <p:sp>
        <p:nvSpPr>
          <p:cNvPr id="9" name="Title 1">
            <a:extLst>
              <a:ext uri="{FF2B5EF4-FFF2-40B4-BE49-F238E27FC236}">
                <a16:creationId xmlns:a16="http://schemas.microsoft.com/office/drawing/2014/main" id="{C455E54C-3E8F-459C-9182-D616644E4BCF}"/>
              </a:ext>
            </a:extLst>
          </p:cNvPr>
          <p:cNvSpPr>
            <a:spLocks noGrp="1"/>
          </p:cNvSpPr>
          <p:nvPr>
            <p:ph type="title"/>
          </p:nvPr>
        </p:nvSpPr>
        <p:spPr>
          <a:xfrm>
            <a:off x="578223" y="279867"/>
            <a:ext cx="11066930" cy="605631"/>
          </a:xfrm>
        </p:spPr>
        <p:txBody>
          <a:bodyPr/>
          <a:lstStyle/>
          <a:p>
            <a:r>
              <a:rPr lang="en-US" dirty="0">
                <a:latin typeface="Times New Roman" panose="02020603050405020304" pitchFamily="18" charset="0"/>
                <a:cs typeface="Times New Roman" pitchFamily="18" charset="0"/>
              </a:rPr>
              <a:t>KINH NGHIỆM TRIỂN KHAI</a:t>
            </a:r>
          </a:p>
        </p:txBody>
      </p:sp>
      <p:sp>
        <p:nvSpPr>
          <p:cNvPr id="4" name="AutoShape 4" descr="Woosim Thoại Di Động Cầm Tay Nhiệt 58 Mét Máy In Hóa Đơn Wsp-r240 ...">
            <a:extLst>
              <a:ext uri="{FF2B5EF4-FFF2-40B4-BE49-F238E27FC236}">
                <a16:creationId xmlns:a16="http://schemas.microsoft.com/office/drawing/2014/main" id="{E80BBFA3-B897-4E8C-B7C1-F1D6C1368E0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Rounded Rectangle 42">
            <a:extLst>
              <a:ext uri="{FF2B5EF4-FFF2-40B4-BE49-F238E27FC236}">
                <a16:creationId xmlns:a16="http://schemas.microsoft.com/office/drawing/2014/main" id="{2959EB50-7A18-4CAF-A89B-218E2A2796D5}"/>
              </a:ext>
            </a:extLst>
          </p:cNvPr>
          <p:cNvSpPr/>
          <p:nvPr/>
        </p:nvSpPr>
        <p:spPr>
          <a:xfrm>
            <a:off x="438147" y="1143946"/>
            <a:ext cx="6797043" cy="1021057"/>
          </a:xfrm>
          <a:prstGeom prst="roundRect">
            <a:avLst/>
          </a:prstGeom>
          <a:solidFill>
            <a:srgbClr val="5C9EBC"/>
          </a:solidFill>
          <a:ln>
            <a:solidFill>
              <a:srgbClr val="73CA9B"/>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r>
              <a:rPr lang="en-US" sz="2200" dirty="0">
                <a:latin typeface="Times New Roman" panose="02020603050405020304" pitchFamily="18" charset="0"/>
                <a:cs typeface="Times New Roman" panose="02020603050405020304" pitchFamily="18" charset="0"/>
              </a:rPr>
              <a:t>1. </a:t>
            </a:r>
            <a:r>
              <a:rPr lang="en-US" sz="2200" dirty="0" err="1">
                <a:latin typeface="Times New Roman" panose="02020603050405020304" pitchFamily="18" charset="0"/>
                <a:cs typeface="Times New Roman" panose="02020603050405020304" pitchFamily="18" charset="0"/>
              </a:rPr>
              <a:t>Đào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tạo</a:t>
            </a:r>
            <a:r>
              <a:rPr lang="en-US" sz="2200" dirty="0">
                <a:latin typeface="Times New Roman" panose="02020603050405020304" pitchFamily="18" charset="0"/>
                <a:cs typeface="Times New Roman" panose="02020603050405020304" pitchFamily="18" charset="0"/>
              </a:rPr>
              <a:t>, h</a:t>
            </a:r>
            <a:r>
              <a:rPr lang="vi-VN" sz="2200" dirty="0">
                <a:latin typeface="Times New Roman" panose="02020603050405020304" pitchFamily="18" charset="0"/>
                <a:cs typeface="Times New Roman" panose="02020603050405020304" pitchFamily="18" charset="0"/>
              </a:rPr>
              <a:t>ư</a:t>
            </a:r>
            <a:r>
              <a:rPr lang="en-US" sz="2200" dirty="0" err="1">
                <a:latin typeface="Times New Roman" panose="02020603050405020304" pitchFamily="18" charset="0"/>
                <a:cs typeface="Times New Roman" panose="02020603050405020304" pitchFamily="18" charset="0"/>
              </a:rPr>
              <a:t>ớng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dẫn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sử</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dụng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về</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trình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nghiệp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vụ</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thực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hiện</a:t>
            </a:r>
            <a:endParaRPr lang="en-US" sz="2200" dirty="0">
              <a:latin typeface="Times New Roman" panose="02020603050405020304" pitchFamily="18" charset="0"/>
              <a:cs typeface="Times New Roman" panose="02020603050405020304" pitchFamily="18" charset="0"/>
            </a:endParaRPr>
          </a:p>
        </p:txBody>
      </p:sp>
      <p:sp>
        <p:nvSpPr>
          <p:cNvPr id="17" name="Rounded Rectangle 42">
            <a:extLst>
              <a:ext uri="{FF2B5EF4-FFF2-40B4-BE49-F238E27FC236}">
                <a16:creationId xmlns:a16="http://schemas.microsoft.com/office/drawing/2014/main" id="{4C3843A3-A43F-4551-8217-0CC6EE825678}"/>
              </a:ext>
            </a:extLst>
          </p:cNvPr>
          <p:cNvSpPr/>
          <p:nvPr/>
        </p:nvSpPr>
        <p:spPr>
          <a:xfrm>
            <a:off x="438147" y="2362639"/>
            <a:ext cx="6797043" cy="925955"/>
          </a:xfrm>
          <a:prstGeom prst="roundRect">
            <a:avLst/>
          </a:prstGeom>
          <a:solidFill>
            <a:srgbClr val="002050"/>
          </a:solidFill>
          <a:ln>
            <a:solidFill>
              <a:srgbClr val="73CA9B"/>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r>
              <a:rPr lang="en-US" sz="2200" dirty="0">
                <a:latin typeface="Times New Roman" panose="02020603050405020304" pitchFamily="18" charset="0"/>
                <a:cs typeface="Times New Roman" panose="02020603050405020304" pitchFamily="18" charset="0"/>
              </a:rPr>
              <a:t>2. </a:t>
            </a:r>
            <a:r>
              <a:rPr lang="en-US" sz="2200" dirty="0" err="1">
                <a:latin typeface="Times New Roman" panose="02020603050405020304" pitchFamily="18" charset="0"/>
                <a:cs typeface="Times New Roman" panose="02020603050405020304" pitchFamily="18" charset="0"/>
              </a:rPr>
              <a:t>Lấy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đầy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đủ</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báo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cáo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yêu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cầu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cần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thiết</a:t>
            </a:r>
            <a:r>
              <a:rPr lang="en-US" sz="2200" dirty="0">
                <a:latin typeface="Times New Roman" panose="02020603050405020304" pitchFamily="18" charset="0"/>
                <a:cs typeface="Times New Roman" panose="02020603050405020304" pitchFamily="18" charset="0"/>
              </a:rPr>
              <a:t> </a:t>
            </a:r>
          </a:p>
        </p:txBody>
      </p:sp>
      <p:sp>
        <p:nvSpPr>
          <p:cNvPr id="18" name="Rounded Rectangle 42">
            <a:extLst>
              <a:ext uri="{FF2B5EF4-FFF2-40B4-BE49-F238E27FC236}">
                <a16:creationId xmlns:a16="http://schemas.microsoft.com/office/drawing/2014/main" id="{60685A69-2134-4502-A57A-57D4D8F7AF01}"/>
              </a:ext>
            </a:extLst>
          </p:cNvPr>
          <p:cNvSpPr/>
          <p:nvPr/>
        </p:nvSpPr>
        <p:spPr>
          <a:xfrm>
            <a:off x="438147" y="3578110"/>
            <a:ext cx="6797043" cy="1656830"/>
          </a:xfrm>
          <a:prstGeom prst="roundRect">
            <a:avLst/>
          </a:prstGeom>
          <a:solidFill>
            <a:srgbClr val="025B9E"/>
          </a:solidFill>
          <a:ln>
            <a:solidFill>
              <a:srgbClr val="73CA9B"/>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r>
              <a:rPr lang="en-US" sz="2200" dirty="0">
                <a:latin typeface="Times New Roman" panose="02020603050405020304" pitchFamily="18" charset="0"/>
                <a:cs typeface="Times New Roman" panose="02020603050405020304" pitchFamily="18" charset="0"/>
              </a:rPr>
              <a:t>3. </a:t>
            </a:r>
            <a:r>
              <a:rPr lang="en-US" sz="2200" dirty="0" err="1">
                <a:latin typeface="Times New Roman" panose="02020603050405020304" pitchFamily="18" charset="0"/>
                <a:cs typeface="Times New Roman" panose="02020603050405020304" pitchFamily="18" charset="0"/>
              </a:rPr>
              <a:t>Đa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phần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nhân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viên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phí</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đã</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quen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với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việc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phí</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bằng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tay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chuyển</a:t>
            </a:r>
            <a:r>
              <a:rPr lang="en-US" sz="2200" dirty="0">
                <a:latin typeface="Times New Roman" panose="02020603050405020304" pitchFamily="18" charset="0"/>
                <a:cs typeface="Times New Roman" panose="02020603050405020304" pitchFamily="18" charset="0"/>
              </a:rPr>
              <a:t> sang </a:t>
            </a:r>
            <a:r>
              <a:rPr lang="en-US" sz="2200" dirty="0" err="1">
                <a:latin typeface="Times New Roman" panose="02020603050405020304" pitchFamily="18" charset="0"/>
                <a:cs typeface="Times New Roman" panose="02020603050405020304" pitchFamily="18" charset="0"/>
              </a:rPr>
              <a:t>thực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hiện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phần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mềm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sẽ</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không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quen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lúng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túng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dễ</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bị</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sai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thao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tác</a:t>
            </a:r>
            <a:r>
              <a:rPr lang="en-US" sz="2200" dirty="0">
                <a:latin typeface="Times New Roman" panose="02020603050405020304" pitchFamily="18" charset="0"/>
                <a:cs typeface="Times New Roman" panose="02020603050405020304" pitchFamily="18" charset="0"/>
              </a:rPr>
              <a:t>.</a:t>
            </a:r>
          </a:p>
        </p:txBody>
      </p:sp>
      <p:pic>
        <p:nvPicPr>
          <p:cNvPr id="6146" name="Picture 2" descr="Kinh nghiệm triển khai thành công dự án ERP">
            <a:extLst>
              <a:ext uri="{FF2B5EF4-FFF2-40B4-BE49-F238E27FC236}">
                <a16:creationId xmlns:a16="http://schemas.microsoft.com/office/drawing/2014/main" id="{3EE14789-B0BD-4704-BFC3-06DB6974B7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3273" y="1749861"/>
            <a:ext cx="3611880" cy="283345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06966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a:spLocks noChangeArrowheads="1"/>
          </p:cNvSpPr>
          <p:nvPr/>
        </p:nvSpPr>
        <p:spPr bwMode="auto">
          <a:xfrm>
            <a:off x="6457951" y="304800"/>
            <a:ext cx="3401380" cy="369332"/>
          </a:xfrm>
          <a:prstGeom prst="rect">
            <a:avLst/>
          </a:prstGeom>
          <a:noFill/>
          <a:ln>
            <a:noFill/>
          </a:ln>
        </p:spPr>
        <p:txBody>
          <a:bodyPr wrap="none">
            <a:spAutoFit/>
          </a:bodyPr>
          <a:lstStyle/>
          <a:p>
            <a:pPr eaLnBrk="1" hangingPunct="1">
              <a:defRPr/>
            </a:pPr>
            <a:r>
              <a:rPr lang="en-US" b="1" dirty="0">
                <a:solidFill>
                  <a:schemeClr val="bg1"/>
                </a:solidFill>
                <a:latin typeface="+mj-lt"/>
              </a:rPr>
              <a:t>HIỆN TRẠNG VÀ NHU CẦU THỰC TẾ</a:t>
            </a:r>
          </a:p>
        </p:txBody>
      </p:sp>
      <p:sp>
        <p:nvSpPr>
          <p:cNvPr id="9" name="Title 1">
            <a:extLst>
              <a:ext uri="{FF2B5EF4-FFF2-40B4-BE49-F238E27FC236}">
                <a16:creationId xmlns:a16="http://schemas.microsoft.com/office/drawing/2014/main" id="{C455E54C-3E8F-459C-9182-D616644E4BCF}"/>
              </a:ext>
            </a:extLst>
          </p:cNvPr>
          <p:cNvSpPr>
            <a:spLocks noGrp="1"/>
          </p:cNvSpPr>
          <p:nvPr>
            <p:ph type="title"/>
          </p:nvPr>
        </p:nvSpPr>
        <p:spPr>
          <a:xfrm>
            <a:off x="578223" y="279867"/>
            <a:ext cx="11066930" cy="605631"/>
          </a:xfrm>
        </p:spPr>
        <p:txBody>
          <a:bodyPr/>
          <a:lstStyle/>
          <a:p>
            <a:r>
              <a:rPr lang="en-US" sz="2000" dirty="0">
                <a:latin typeface="Times New Roman" panose="02020603050405020304" pitchFamily="18" charset="0"/>
                <a:cs typeface="Times New Roman" pitchFamily="18" charset="0"/>
              </a:rPr>
              <a:t>MỘT SỐ VẤN ĐỀ TH</a:t>
            </a:r>
            <a:r>
              <a:rPr lang="vi-VN" sz="2000" dirty="0">
                <a:latin typeface="Times New Roman" panose="02020603050405020304" pitchFamily="18" charset="0"/>
                <a:cs typeface="Times New Roman" pitchFamily="18" charset="0"/>
              </a:rPr>
              <a:t>Ư</a:t>
            </a:r>
            <a:r>
              <a:rPr lang="en-US" sz="2000" dirty="0">
                <a:latin typeface="Times New Roman" panose="02020603050405020304" pitchFamily="18" charset="0"/>
                <a:cs typeface="Times New Roman" pitchFamily="18" charset="0"/>
              </a:rPr>
              <a:t>ỜNG GẶP KHI ĐI THU PHÍ BẰNG PHẦN MỀM VÀ MÁY IN</a:t>
            </a:r>
          </a:p>
        </p:txBody>
      </p:sp>
      <p:sp>
        <p:nvSpPr>
          <p:cNvPr id="4" name="AutoShape 4" descr="Woosim Thoại Di Động Cầm Tay Nhiệt 58 Mét Máy In Hóa Đơn Wsp-r240 ...">
            <a:extLst>
              <a:ext uri="{FF2B5EF4-FFF2-40B4-BE49-F238E27FC236}">
                <a16:creationId xmlns:a16="http://schemas.microsoft.com/office/drawing/2014/main" id="{E80BBFA3-B897-4E8C-B7C1-F1D6C1368E0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EDB90A3B-7080-4641-9CA7-814A5462A245}"/>
              </a:ext>
            </a:extLst>
          </p:cNvPr>
          <p:cNvPicPr>
            <a:picLocks noChangeAspect="1"/>
          </p:cNvPicPr>
          <p:nvPr/>
        </p:nvPicPr>
        <p:blipFill rotWithShape="1">
          <a:blip r:embed="rId3"/>
          <a:srcRect b="11969"/>
          <a:stretch/>
        </p:blipFill>
        <p:spPr>
          <a:xfrm>
            <a:off x="731520" y="1043208"/>
            <a:ext cx="10414894" cy="446605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6703621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rcRect/>
          <a:stretch/>
        </p:blipFill>
        <p:spPr>
          <a:xfrm>
            <a:off x="3807784" y="1752157"/>
            <a:ext cx="8384216" cy="3353686"/>
          </a:xfrm>
          <a:prstGeom prst="rect">
            <a:avLst/>
          </a:prstGeom>
          <a:ln>
            <a:noFill/>
          </a:ln>
          <a:effectLst>
            <a:outerShdw blurRad="292100" dist="139700" dir="2700000" algn="tl" rotWithShape="0">
              <a:srgbClr val="333333">
                <a:alpha val="65000"/>
              </a:srgbClr>
            </a:outerShdw>
          </a:effectLst>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8686800" cy="6858000"/>
          </a:xfrm>
          <a:prstGeom prst="rect">
            <a:avLst/>
          </a:prstGeom>
        </p:spPr>
      </p:pic>
      <p:pic>
        <p:nvPicPr>
          <p:cNvPr id="6" name="Picture 5" descr="A close up of a logo&#10;&#10;Description automatically generated">
            <a:extLst>
              <a:ext uri="{FF2B5EF4-FFF2-40B4-BE49-F238E27FC236}">
                <a16:creationId xmlns:a16="http://schemas.microsoft.com/office/drawing/2014/main" id="{4210C0AD-B65E-4E05-8EB6-D4871546AA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78633" y="408879"/>
            <a:ext cx="2164818" cy="1101533"/>
          </a:xfrm>
          <a:prstGeom prst="rect">
            <a:avLst/>
          </a:prstGeom>
        </p:spPr>
      </p:pic>
      <p:sp>
        <p:nvSpPr>
          <p:cNvPr id="10" name="Title 3">
            <a:extLst>
              <a:ext uri="{FF2B5EF4-FFF2-40B4-BE49-F238E27FC236}">
                <a16:creationId xmlns:a16="http://schemas.microsoft.com/office/drawing/2014/main" id="{102BC46C-87D2-4D96-BACA-6B330C4751AC}"/>
              </a:ext>
            </a:extLst>
          </p:cNvPr>
          <p:cNvSpPr txBox="1">
            <a:spLocks/>
          </p:cNvSpPr>
          <p:nvPr/>
        </p:nvSpPr>
        <p:spPr>
          <a:xfrm>
            <a:off x="931436" y="1581758"/>
            <a:ext cx="5038163" cy="887122"/>
          </a:xfrm>
          <a:prstGeom prst="rect">
            <a:avLst/>
          </a:prstGeom>
        </p:spPr>
        <p:txBody>
          <a:bodyPr/>
          <a:lstStyle>
            <a:lvl1pPr algn="l" defTabSz="914400" rtl="0" eaLnBrk="1" latinLnBrk="0" hangingPunct="1">
              <a:lnSpc>
                <a:spcPct val="90000"/>
              </a:lnSpc>
              <a:spcBef>
                <a:spcPct val="0"/>
              </a:spcBef>
              <a:buNone/>
              <a:defRPr sz="2400" b="1" kern="1200">
                <a:solidFill>
                  <a:srgbClr val="0070C0"/>
                </a:solidFill>
                <a:latin typeface="Roboto Condensed" pitchFamily="2" charset="0"/>
                <a:ea typeface="Roboto Condensed" pitchFamily="2" charset="0"/>
                <a:cs typeface="Arial" panose="020B0604020202020204" pitchFamily="34" charset="0"/>
              </a:defRPr>
            </a:lvl1pPr>
          </a:lstStyle>
          <a:p>
            <a:pPr algn="ctr"/>
            <a:r>
              <a:rPr lang="en-US" sz="28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CH</a:t>
            </a:r>
            <a:r>
              <a:rPr lang="vi-VN" sz="28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Ư</a:t>
            </a:r>
            <a:r>
              <a:rPr lang="en-US" sz="28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ƠNG TRÌNH THU PHÍ MÔI TR</a:t>
            </a:r>
            <a:r>
              <a:rPr lang="vi-VN" sz="28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Ư</a:t>
            </a:r>
            <a:r>
              <a:rPr lang="en-US" sz="28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ỜNG ĐÔ THỊ</a:t>
            </a:r>
          </a:p>
        </p:txBody>
      </p:sp>
      <p:sp>
        <p:nvSpPr>
          <p:cNvPr id="11" name="Title 3">
            <a:extLst>
              <a:ext uri="{FF2B5EF4-FFF2-40B4-BE49-F238E27FC236}">
                <a16:creationId xmlns:a16="http://schemas.microsoft.com/office/drawing/2014/main" id="{49EE3434-DC0A-4937-8678-7805AC06B6DD}"/>
              </a:ext>
            </a:extLst>
          </p:cNvPr>
          <p:cNvSpPr txBox="1">
            <a:spLocks/>
          </p:cNvSpPr>
          <p:nvPr/>
        </p:nvSpPr>
        <p:spPr>
          <a:xfrm>
            <a:off x="851427" y="3020824"/>
            <a:ext cx="5038163" cy="887122"/>
          </a:xfrm>
          <a:prstGeom prst="rect">
            <a:avLst/>
          </a:prstGeom>
        </p:spPr>
        <p:txBody>
          <a:bodyPr/>
          <a:lstStyle>
            <a:lvl1pPr algn="l" defTabSz="914400" rtl="0" eaLnBrk="1" latinLnBrk="0" hangingPunct="1">
              <a:lnSpc>
                <a:spcPct val="90000"/>
              </a:lnSpc>
              <a:spcBef>
                <a:spcPct val="0"/>
              </a:spcBef>
              <a:buNone/>
              <a:defRPr sz="2400" b="1" kern="1200">
                <a:solidFill>
                  <a:srgbClr val="0070C0"/>
                </a:solidFill>
                <a:latin typeface="Roboto Condensed" pitchFamily="2" charset="0"/>
                <a:ea typeface="Roboto Condensed" pitchFamily="2" charset="0"/>
                <a:cs typeface="Arial" panose="020B0604020202020204" pitchFamily="34" charset="0"/>
              </a:defRPr>
            </a:lvl1pPr>
          </a:lstStyle>
          <a:p>
            <a:pPr algn="ctr"/>
            <a:r>
              <a:rPr lang="en-US" sz="44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TRAO ĐỔI </a:t>
            </a:r>
          </a:p>
          <a:p>
            <a:pPr algn="ctr"/>
            <a:r>
              <a:rPr lang="en-US" sz="44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&amp;</a:t>
            </a:r>
          </a:p>
          <a:p>
            <a:pPr algn="ctr"/>
            <a:r>
              <a:rPr lang="en-US" sz="4400"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 THẢO LUẬN</a:t>
            </a:r>
          </a:p>
        </p:txBody>
      </p:sp>
    </p:spTree>
    <p:extLst>
      <p:ext uri="{BB962C8B-B14F-4D97-AF65-F5344CB8AC3E}">
        <p14:creationId xmlns:p14="http://schemas.microsoft.com/office/powerpoint/2010/main" val="28809993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cstate="print"/>
          <a:srcRect r="8832"/>
          <a:stretch>
            <a:fillRect/>
          </a:stretch>
        </p:blipFill>
        <p:spPr>
          <a:xfrm>
            <a:off x="3807784" y="0"/>
            <a:ext cx="8384216" cy="6858000"/>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7132320" cy="6858000"/>
          </a:xfrm>
          <a:prstGeom prst="rect">
            <a:avLst/>
          </a:prstGeom>
        </p:spPr>
      </p:pic>
      <p:sp>
        <p:nvSpPr>
          <p:cNvPr id="4" name="Title 3"/>
          <p:cNvSpPr>
            <a:spLocks noGrp="1"/>
          </p:cNvSpPr>
          <p:nvPr>
            <p:ph type="title"/>
          </p:nvPr>
        </p:nvSpPr>
        <p:spPr>
          <a:xfrm>
            <a:off x="-115451" y="2699668"/>
            <a:ext cx="5833180" cy="1192683"/>
          </a:xfrm>
        </p:spPr>
        <p:txBody>
          <a:bodyPr/>
          <a:lstStyle/>
          <a:p>
            <a:r>
              <a:rPr lang="en-US" altLang="ja-JP" sz="3400" dirty="0">
                <a:latin typeface="Times New Roman" panose="02020603050405020304" pitchFamily="18" charset="0"/>
                <a:cs typeface="Times New Roman" panose="02020603050405020304" pitchFamily="18" charset="0"/>
              </a:rPr>
              <a:t>TRÂN TRỌNG CẢM </a:t>
            </a:r>
            <a:r>
              <a:rPr lang="vi-VN" altLang="ja-JP" sz="3400" dirty="0">
                <a:latin typeface="Times New Roman" panose="02020603050405020304" pitchFamily="18" charset="0"/>
                <a:cs typeface="Times New Roman" panose="02020603050405020304" pitchFamily="18" charset="0"/>
              </a:rPr>
              <a:t>Ơ</a:t>
            </a:r>
            <a:r>
              <a:rPr lang="en-US" altLang="ja-JP" sz="3400" dirty="0">
                <a:latin typeface="Times New Roman" panose="02020603050405020304" pitchFamily="18" charset="0"/>
                <a:cs typeface="Times New Roman" panose="02020603050405020304" pitchFamily="18" charset="0"/>
              </a:rPr>
              <a:t>N</a:t>
            </a:r>
          </a:p>
        </p:txBody>
      </p:sp>
      <p:pic>
        <p:nvPicPr>
          <p:cNvPr id="6" name="Picture 5" descr="A close up of a logo&#10;&#10;Description automatically generated">
            <a:extLst>
              <a:ext uri="{FF2B5EF4-FFF2-40B4-BE49-F238E27FC236}">
                <a16:creationId xmlns:a16="http://schemas.microsoft.com/office/drawing/2014/main" id="{4210C0AD-B65E-4E05-8EB6-D4871546AA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172" y="371823"/>
            <a:ext cx="3593651" cy="1828571"/>
          </a:xfrm>
          <a:prstGeom prst="rect">
            <a:avLst/>
          </a:prstGeom>
        </p:spPr>
      </p:pic>
    </p:spTree>
    <p:extLst>
      <p:ext uri="{BB962C8B-B14F-4D97-AF65-F5344CB8AC3E}">
        <p14:creationId xmlns:p14="http://schemas.microsoft.com/office/powerpoint/2010/main" val="10438976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FY15 Enterprise identity theme">
  <a:themeElements>
    <a:clrScheme name="FY15 Enterprise Visual Identity">
      <a:dk1>
        <a:srgbClr val="505050"/>
      </a:dk1>
      <a:lt1>
        <a:sysClr val="window" lastClr="FFFFFF"/>
      </a:lt1>
      <a:dk2>
        <a:srgbClr val="0072C6"/>
      </a:dk2>
      <a:lt2>
        <a:srgbClr val="002050"/>
      </a:lt2>
      <a:accent1>
        <a:srgbClr val="7FBA00"/>
      </a:accent1>
      <a:accent2>
        <a:srgbClr val="FFB900"/>
      </a:accent2>
      <a:accent3>
        <a:srgbClr val="DC3C00"/>
      </a:accent3>
      <a:accent4>
        <a:srgbClr val="00BCF2"/>
      </a:accent4>
      <a:accent5>
        <a:srgbClr val="969696"/>
      </a:accent5>
      <a:accent6>
        <a:srgbClr val="D2D2D2"/>
      </a:accent6>
      <a:hlink>
        <a:srgbClr val="969696"/>
      </a:hlink>
      <a:folHlink>
        <a:srgbClr val="969696"/>
      </a:folHlink>
    </a:clrScheme>
    <a:fontScheme name="Segoe">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defPPr algn="r">
          <a:defRPr sz="12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none" lIns="91440" tIns="91440" rIns="91440" bIns="91440" rtlCol="0" anchor="t">
        <a:noAutofit/>
      </a:bodyPr>
      <a:lstStyle>
        <a:defPPr marL="171450" indent="-171450">
          <a:buFont typeface="Wingdings" pitchFamily="2" charset="2"/>
          <a:buChar char="§"/>
          <a:defRPr sz="1600" dirty="0" err="1" smtClean="0">
            <a:latin typeface="Segoe UI" pitchFamily="34" charset="0"/>
            <a:ea typeface="Segoe UI" pitchFamily="34" charset="0"/>
            <a:cs typeface="Segoe UI" pitchFamily="34" charset="0"/>
          </a:defRPr>
        </a:defPPr>
      </a:lstStyle>
    </a:txDef>
  </a:objectDefaults>
  <a:extraClrSchemeLst/>
  <a:extLst>
    <a:ext uri="{05A4C25C-085E-4340-85A3-A5531E510DB2}">
      <thm15:themeFamily xmlns:thm15="http://schemas.microsoft.com/office/thememl/2012/main" name="FY15 ES_DE_Presentation Template_16x9_Light" id="{1C5A014F-CE71-4894-848B-DF418114CB37}" vid="{C23321E9-612D-4B1A-9531-EB08610DB2A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29866</TotalTime>
  <Words>1099</Words>
  <Application>Microsoft Office PowerPoint</Application>
  <PresentationFormat>Widescreen</PresentationFormat>
  <Paragraphs>130</Paragraphs>
  <Slides>22</Slides>
  <Notes>20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22</vt:i4>
      </vt:variant>
    </vt:vector>
  </HeadingPairs>
  <TitlesOfParts>
    <vt:vector size="34" baseType="lpstr">
      <vt:lpstr>Arial</vt:lpstr>
      <vt:lpstr>Arial Regular</vt:lpstr>
      <vt:lpstr>Calibri</vt:lpstr>
      <vt:lpstr>Calibri Light (Headings)</vt:lpstr>
      <vt:lpstr>Courier New</vt:lpstr>
      <vt:lpstr>Roboto Condensed</vt:lpstr>
      <vt:lpstr>Segoe UI</vt:lpstr>
      <vt:lpstr>Segoe UI Light</vt:lpstr>
      <vt:lpstr>Times New Roman</vt:lpstr>
      <vt:lpstr>Wingdings</vt:lpstr>
      <vt:lpstr>Office Theme</vt:lpstr>
      <vt:lpstr>3_FY15 Enterprise identity theme</vt:lpstr>
      <vt:lpstr>PowerPoint Presentation</vt:lpstr>
      <vt:lpstr>NỘI DUNG</vt:lpstr>
      <vt:lpstr>TỔNG QUAN CHƯƠNG TRÌNH</vt:lpstr>
      <vt:lpstr>TỔNG QUAN CHƯƠNG TRÌNH</vt:lpstr>
      <vt:lpstr>CÁC VAI TRÒ TRONG GIẢI PHÁP</vt:lpstr>
      <vt:lpstr>Quy trình thu phí vệ sinh môi trường</vt:lpstr>
      <vt:lpstr>CÁC CHỨC NĂNG CỦA CHƯƠNG TRÌNH</vt:lpstr>
      <vt:lpstr>Một số chức năng chương trình</vt:lpstr>
      <vt:lpstr>Một số chức năng chương trình</vt:lpstr>
      <vt:lpstr>Một số chức năng chương trình</vt:lpstr>
      <vt:lpstr>Một số chức năng chương trình</vt:lpstr>
      <vt:lpstr>Một số chức năng chương trình</vt:lpstr>
      <vt:lpstr>Một số chức năng chương trình</vt:lpstr>
      <vt:lpstr>Một số chức năng chương trình</vt:lpstr>
      <vt:lpstr>CÁC YÊU CẦU CẦN THIẾT ĐỂ TRIỂN KHAI</vt:lpstr>
      <vt:lpstr>CÁC YÊU CẦU CẦN THIẾT ĐỂ TRIỂN KHAI</vt:lpstr>
      <vt:lpstr>MỘT SỐ HÌNH ẢNH ỨNG DỤNG THU PHÍ</vt:lpstr>
      <vt:lpstr>MỘT SỐ HÌNH ẢNH ỨNG DỤNG THU PHÍ</vt:lpstr>
      <vt:lpstr>KINH NGHIỆM TRIỂN KHAI</vt:lpstr>
      <vt:lpstr>MỘT SỐ VẤN ĐỀ THƯỜNG GẶP KHI ĐI THU PHÍ BẰNG PHẦN MỀM VÀ MÁY IN</vt:lpstr>
      <vt:lpstr>PowerPoint Presentation</vt:lpstr>
      <vt:lpstr>TRÂN TRỌNG CẢM 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Minh Nguyen Van</dc:creator>
  <cp:lastModifiedBy>Lê Văn Mì</cp:lastModifiedBy>
  <cp:revision>1017</cp:revision>
  <dcterms:created xsi:type="dcterms:W3CDTF">2016-12-30T04:15:30Z</dcterms:created>
  <dcterms:modified xsi:type="dcterms:W3CDTF">2026-05-13T09:00:07Z</dcterms:modified>
</cp:coreProperties>
</file>